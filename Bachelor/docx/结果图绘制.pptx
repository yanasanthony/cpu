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4" r:id="rId4"/>
    <p:sldId id="260" r:id="rId5"/>
    <p:sldId id="261" r:id="rId6"/>
    <p:sldId id="262" r:id="rId7"/>
    <p:sldId id="263" r:id="rId8"/>
    <p:sldId id="256" r:id="rId9"/>
    <p:sldId id="257" r:id="rId10"/>
    <p:sldId id="265" r:id="rId11"/>
    <p:sldId id="266" r:id="rId12"/>
    <p:sldId id="269" r:id="rId13"/>
    <p:sldId id="268" r:id="rId14"/>
    <p:sldId id="267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5"/>
    <p:restoredTop sz="94654"/>
  </p:normalViewPr>
  <p:slideViewPr>
    <p:cSldViewPr snapToGrid="0">
      <p:cViewPr varScale="1">
        <p:scale>
          <a:sx n="108" d="100"/>
          <a:sy n="108" d="100"/>
        </p:scale>
        <p:origin x="664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325778-2070-A35A-BDFD-702BEC0C0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A0A02B8-8B20-7243-A8B5-AB07EE3FE1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6BD87F-EE31-81B1-7621-A307EC8F9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9BB4-5B0D-974C-A855-155E4C0865B5}" type="datetimeFigureOut">
              <a:rPr kumimoji="1" lang="zh-CN" altLang="en-US" smtClean="0"/>
              <a:t>2025/5/5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CBC0A7-460B-79B2-4184-D9C451277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264E37-858C-6299-4F06-F12AF0AF4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47F5-8754-854C-8659-1AB87A50E7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75508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C318C1-E1B7-08AD-E669-66F12B044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77AA5C-DE47-963A-8BD7-9FFCC198A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7D623F-1480-5FD9-E597-7B0B9B63F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9BB4-5B0D-974C-A855-155E4C0865B5}" type="datetimeFigureOut">
              <a:rPr kumimoji="1" lang="zh-CN" altLang="en-US" smtClean="0"/>
              <a:t>2025/5/5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21A0D0-6148-9AC0-3C9A-18EB96AF4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4A05FB-F527-7704-39B0-85055586A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47F5-8754-854C-8659-1AB87A50E7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367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456672-D02D-8BC4-78C0-5B7EECCCF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DC8E73-B6B2-71CF-5F45-7EC2BAA1C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A55F9A-7C0A-534E-5478-985E1AB66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9BB4-5B0D-974C-A855-155E4C0865B5}" type="datetimeFigureOut">
              <a:rPr kumimoji="1" lang="zh-CN" altLang="en-US" smtClean="0"/>
              <a:t>2025/5/5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E4523F-EDF7-68A2-7E25-CBBF7E745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41B7F0-1AE9-D978-85EC-DF04BF492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47F5-8754-854C-8659-1AB87A50E7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05454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B57395-57FD-102E-8C6E-618A75D24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B91BD4-BC11-9B90-EB0A-7AE6EE11BB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63EA9FC-9BAD-26E7-B671-F25685FEE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54A5CB-9116-9CA3-541F-3E82C0BB0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9BB4-5B0D-974C-A855-155E4C0865B5}" type="datetimeFigureOut">
              <a:rPr kumimoji="1" lang="zh-CN" altLang="en-US" smtClean="0"/>
              <a:t>2025/5/5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25381E-FEB7-ED06-F3F0-AAE4CD340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73CA8D-3FA7-F0C3-CDF3-CB36C9E7C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47F5-8754-854C-8659-1AB87A50E7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02357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A5185D-5C32-8DAD-2D6F-D59C0C252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FC3827-A79B-6614-0DBA-4C2A67A43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D3400EF-5CA8-8520-B40E-4403F468E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C1F5590-A21B-DBA7-DBE0-ECD2587F7E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8DD3C0A-1D44-3490-3FFA-C6A9740050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E620906-730E-C7FC-3907-D438AF8D5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9BB4-5B0D-974C-A855-155E4C0865B5}" type="datetimeFigureOut">
              <a:rPr kumimoji="1" lang="zh-CN" altLang="en-US" smtClean="0"/>
              <a:t>2025/5/5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1E80028-6BF8-11E9-60F8-98B90562F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30990BB-E5B2-3931-B58C-4A66469F0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47F5-8754-854C-8659-1AB87A50E7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05203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8DE118-D182-5089-A121-253DE5ADD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A2176F3-CEA2-1259-1056-87C924FE8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9BB4-5B0D-974C-A855-155E4C0865B5}" type="datetimeFigureOut">
              <a:rPr kumimoji="1" lang="zh-CN" altLang="en-US" smtClean="0"/>
              <a:t>2025/5/5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6362E0C-B0B8-2517-BC17-D7D0632D2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1829CD5-BBE8-1D1A-07E3-9E47DC80A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47F5-8754-854C-8659-1AB87A50E7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8486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83BE517-47A4-F6B0-37C3-77643B69F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9BB4-5B0D-974C-A855-155E4C0865B5}" type="datetimeFigureOut">
              <a:rPr kumimoji="1" lang="zh-CN" altLang="en-US" smtClean="0"/>
              <a:t>2025/5/5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4D68D72-B137-8750-ED7A-FB519845E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BD68D3-7F5A-CAFF-EC19-3DA499273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47F5-8754-854C-8659-1AB87A50E7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89646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B93885-4D11-917B-9109-F6D18D04D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9575AB-FCE4-A35A-6BCF-7828575B4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B43DD9-3FEB-D685-FE64-0D6871FB63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5E36A9-EF1F-4620-9059-9ED4F4E86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9BB4-5B0D-974C-A855-155E4C0865B5}" type="datetimeFigureOut">
              <a:rPr kumimoji="1" lang="zh-CN" altLang="en-US" smtClean="0"/>
              <a:t>2025/5/5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7B05BD-D056-F363-725B-9AE510CEA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5F4688-F913-1481-B34D-8CC9AB07F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47F5-8754-854C-8659-1AB87A50E7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90701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5A32C9-1251-3083-29F1-C507EAC2A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6DC314F-0A8A-454F-1EFE-08DFC22E65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5E00AD-8625-CA1F-C951-1799179B12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E9D5BB-DB3D-0CEE-2F04-64E1CFAEE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9BB4-5B0D-974C-A855-155E4C0865B5}" type="datetimeFigureOut">
              <a:rPr kumimoji="1" lang="zh-CN" altLang="en-US" smtClean="0"/>
              <a:t>2025/5/5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1B3466-FDE5-94DA-6721-EB18233CD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7CF8E7-1C35-122B-203B-8B3F86F0F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47F5-8754-854C-8659-1AB87A50E7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53056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778930-53DD-5A02-CC3E-E61FB7DC6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F728E1D-7D3B-3D11-9E6D-067600AFCC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529BC3-A53B-DFF4-66F6-5B86DCA62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9BB4-5B0D-974C-A855-155E4C0865B5}" type="datetimeFigureOut">
              <a:rPr kumimoji="1" lang="zh-CN" altLang="en-US" smtClean="0"/>
              <a:t>2025/5/5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61E955-310E-FC83-22E1-2C963E4A7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E329EE-90C4-3C61-8F6A-6E3C68CEF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47F5-8754-854C-8659-1AB87A50E7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12295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18F38E3-738A-DF8A-B87B-8FF5A30F3A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E45568B-30F3-198F-8E78-E783474FD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9EAC2A-CBFB-550D-61C2-A2872A3DC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9BB4-5B0D-974C-A855-155E4C0865B5}" type="datetimeFigureOut">
              <a:rPr kumimoji="1" lang="zh-CN" altLang="en-US" smtClean="0"/>
              <a:t>2025/5/5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B40AA6-5586-53DA-3C73-AE780BD10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D43F5D-40B0-3D04-D5D3-721DF029C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47F5-8754-854C-8659-1AB87A50E7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46529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80E1062-5FFF-3220-8D9C-F208A6F67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75CF09-2113-23AF-DC5C-A2EAA7899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653D14-9977-8553-4444-740F36513B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459BB4-5B0D-974C-A855-155E4C0865B5}" type="datetimeFigureOut">
              <a:rPr kumimoji="1" lang="zh-CN" altLang="en-US" smtClean="0"/>
              <a:t>2025/5/5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40C193-82D7-B8FC-D517-B78AEF1EDF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1D030F-C7D6-3F59-C083-5138B444D5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AE47F5-8754-854C-8659-1AB87A50E7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97029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svg"/><Relationship Id="rId18" Type="http://schemas.openxmlformats.org/officeDocument/2006/relationships/image" Target="../media/image30.pn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12" Type="http://schemas.openxmlformats.org/officeDocument/2006/relationships/image" Target="../media/image24.png"/><Relationship Id="rId17" Type="http://schemas.openxmlformats.org/officeDocument/2006/relationships/image" Target="../media/image29.svg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5" Type="http://schemas.openxmlformats.org/officeDocument/2006/relationships/image" Target="../media/image27.svg"/><Relationship Id="rId10" Type="http://schemas.openxmlformats.org/officeDocument/2006/relationships/image" Target="../media/image22.png"/><Relationship Id="rId19" Type="http://schemas.openxmlformats.org/officeDocument/2006/relationships/image" Target="../media/image31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Relationship Id="rId1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svg"/><Relationship Id="rId3" Type="http://schemas.openxmlformats.org/officeDocument/2006/relationships/image" Target="../media/image33.svg"/><Relationship Id="rId7" Type="http://schemas.openxmlformats.org/officeDocument/2006/relationships/image" Target="../media/image37.svg"/><Relationship Id="rId12" Type="http://schemas.openxmlformats.org/officeDocument/2006/relationships/image" Target="../media/image42.png"/><Relationship Id="rId17" Type="http://schemas.openxmlformats.org/officeDocument/2006/relationships/image" Target="../media/image47.svg"/><Relationship Id="rId2" Type="http://schemas.openxmlformats.org/officeDocument/2006/relationships/image" Target="../media/image32.png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svg"/><Relationship Id="rId5" Type="http://schemas.openxmlformats.org/officeDocument/2006/relationships/image" Target="../media/image35.svg"/><Relationship Id="rId15" Type="http://schemas.openxmlformats.org/officeDocument/2006/relationships/image" Target="../media/image45.sv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svg"/><Relationship Id="rId14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3.svg"/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emf"/><Relationship Id="rId4" Type="http://schemas.openxmlformats.org/officeDocument/2006/relationships/image" Target="../media/image5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svg"/><Relationship Id="rId4" Type="http://schemas.openxmlformats.org/officeDocument/2006/relationships/image" Target="../media/image5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emf"/><Relationship Id="rId4" Type="http://schemas.openxmlformats.org/officeDocument/2006/relationships/image" Target="../media/image6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emf"/><Relationship Id="rId4" Type="http://schemas.openxmlformats.org/officeDocument/2006/relationships/image" Target="../media/image6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5388B2B4-6589-1452-BD0A-231A27443BB0}"/>
              </a:ext>
            </a:extLst>
          </p:cNvPr>
          <p:cNvGrpSpPr/>
          <p:nvPr/>
        </p:nvGrpSpPr>
        <p:grpSpPr>
          <a:xfrm>
            <a:off x="1460339" y="1079338"/>
            <a:ext cx="9271321" cy="4699324"/>
            <a:chOff x="1460339" y="1079338"/>
            <a:chExt cx="9271321" cy="469932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B697DA96-548D-646D-78FB-930DDA9F7B5E}"/>
                </a:ext>
              </a:extLst>
            </p:cNvPr>
            <p:cNvSpPr/>
            <p:nvPr/>
          </p:nvSpPr>
          <p:spPr>
            <a:xfrm>
              <a:off x="1460339" y="1079338"/>
              <a:ext cx="9271318" cy="46993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7279965F-064A-2EAA-D335-218D055E2988}"/>
                </a:ext>
              </a:extLst>
            </p:cNvPr>
            <p:cNvGrpSpPr/>
            <p:nvPr/>
          </p:nvGrpSpPr>
          <p:grpSpPr>
            <a:xfrm>
              <a:off x="1460340" y="1079339"/>
              <a:ext cx="9271320" cy="4699322"/>
              <a:chOff x="2647949" y="1041400"/>
              <a:chExt cx="6896101" cy="3835400"/>
            </a:xfrm>
          </p:grpSpPr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BB8EEEB1-3433-DE6F-D75F-F1C9F35EC1E5}"/>
                  </a:ext>
                </a:extLst>
              </p:cNvPr>
              <p:cNvSpPr/>
              <p:nvPr/>
            </p:nvSpPr>
            <p:spPr>
              <a:xfrm>
                <a:off x="2647950" y="1041400"/>
                <a:ext cx="6896100" cy="508000"/>
              </a:xfrm>
              <a:prstGeom prst="rect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32000">
                    <a:schemeClr val="bg2"/>
                  </a:gs>
                  <a:gs pos="99000">
                    <a:srgbClr val="FE4F46"/>
                  </a:gs>
                  <a:gs pos="66000">
                    <a:schemeClr val="accent2">
                      <a:lumMod val="75000"/>
                    </a:schemeClr>
                  </a:gs>
                  <a:gs pos="100000">
                    <a:srgbClr val="C00000"/>
                  </a:gs>
                </a:gsLst>
                <a:lin ang="0" scaled="0"/>
                <a:tileRect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666B25E-3A6B-1C7E-F97A-EFA56F3D089D}"/>
                  </a:ext>
                </a:extLst>
              </p:cNvPr>
              <p:cNvSpPr txBox="1"/>
              <p:nvPr/>
            </p:nvSpPr>
            <p:spPr>
              <a:xfrm>
                <a:off x="2647950" y="1095345"/>
                <a:ext cx="1987550" cy="3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2000" dirty="0">
                    <a:ln w="9525"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mild disease state</a:t>
                </a:r>
                <a:endParaRPr kumimoji="1" lang="zh-CN" altLang="en-US" sz="2000" dirty="0">
                  <a:ln w="9525"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E4682E2-480C-D24F-1516-8C2D468B7000}"/>
                  </a:ext>
                </a:extLst>
              </p:cNvPr>
              <p:cNvSpPr txBox="1"/>
              <p:nvPr/>
            </p:nvSpPr>
            <p:spPr>
              <a:xfrm>
                <a:off x="5055393" y="1095345"/>
                <a:ext cx="2081213" cy="3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2000" dirty="0">
                    <a:ln w="9525"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pre-transition state</a:t>
                </a:r>
                <a:endParaRPr kumimoji="1" lang="zh-CN" altLang="en-US" sz="2000" dirty="0">
                  <a:ln w="9525"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A7654E1-7618-2E97-A5B2-420C284EBD86}"/>
                  </a:ext>
                </a:extLst>
              </p:cNvPr>
              <p:cNvSpPr txBox="1"/>
              <p:nvPr/>
            </p:nvSpPr>
            <p:spPr>
              <a:xfrm>
                <a:off x="7346949" y="1095345"/>
                <a:ext cx="2197101" cy="3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2000" dirty="0">
                    <a:ln w="9525"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severe disease state</a:t>
                </a:r>
                <a:endParaRPr kumimoji="1" lang="zh-CN" altLang="en-US" sz="2000" dirty="0">
                  <a:ln w="9525"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9" name="直线箭头连接符 8">
                <a:extLst>
                  <a:ext uri="{FF2B5EF4-FFF2-40B4-BE49-F238E27FC236}">
                    <a16:creationId xmlns:a16="http://schemas.microsoft.com/office/drawing/2014/main" id="{686648A1-CB3B-33BF-7AAE-FBF59D1120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47949" y="4876800"/>
                <a:ext cx="68961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直线箭头连接符 9">
                <a:extLst>
                  <a:ext uri="{FF2B5EF4-FFF2-40B4-BE49-F238E27FC236}">
                    <a16:creationId xmlns:a16="http://schemas.microsoft.com/office/drawing/2014/main" id="{3D69D53A-961A-D34B-0167-203014A9FB78}"/>
                  </a:ext>
                </a:extLst>
              </p:cNvPr>
              <p:cNvCxnSpPr/>
              <p:nvPr/>
            </p:nvCxnSpPr>
            <p:spPr>
              <a:xfrm flipV="1">
                <a:off x="2647950" y="1638300"/>
                <a:ext cx="0" cy="32385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直线连接符 10">
                <a:extLst>
                  <a:ext uri="{FF2B5EF4-FFF2-40B4-BE49-F238E27FC236}">
                    <a16:creationId xmlns:a16="http://schemas.microsoft.com/office/drawing/2014/main" id="{B920A25A-86B5-EC31-CAA3-607E96374A87}"/>
                  </a:ext>
                </a:extLst>
              </p:cNvPr>
              <p:cNvCxnSpPr/>
              <p:nvPr/>
            </p:nvCxnSpPr>
            <p:spPr>
              <a:xfrm>
                <a:off x="4838700" y="1549400"/>
                <a:ext cx="0" cy="332740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线连接符 11">
                <a:extLst>
                  <a:ext uri="{FF2B5EF4-FFF2-40B4-BE49-F238E27FC236}">
                    <a16:creationId xmlns:a16="http://schemas.microsoft.com/office/drawing/2014/main" id="{4FB6F164-805D-1FAC-885A-AC1145A6F2CE}"/>
                  </a:ext>
                </a:extLst>
              </p:cNvPr>
              <p:cNvCxnSpPr/>
              <p:nvPr/>
            </p:nvCxnSpPr>
            <p:spPr>
              <a:xfrm>
                <a:off x="7239000" y="1549400"/>
                <a:ext cx="0" cy="332740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任意形状 12">
                <a:extLst>
                  <a:ext uri="{FF2B5EF4-FFF2-40B4-BE49-F238E27FC236}">
                    <a16:creationId xmlns:a16="http://schemas.microsoft.com/office/drawing/2014/main" id="{3C334E58-3D66-9401-390F-EF6E7830F80D}"/>
                  </a:ext>
                </a:extLst>
              </p:cNvPr>
              <p:cNvSpPr/>
              <p:nvPr/>
            </p:nvSpPr>
            <p:spPr>
              <a:xfrm>
                <a:off x="3271043" y="2311724"/>
                <a:ext cx="6273005" cy="2234552"/>
              </a:xfrm>
              <a:custGeom>
                <a:avLst/>
                <a:gdLst>
                  <a:gd name="connsiteX0" fmla="*/ 0 w 6350000"/>
                  <a:gd name="connsiteY0" fmla="*/ 2198844 h 2234552"/>
                  <a:gd name="connsiteX1" fmla="*/ 2628900 w 6350000"/>
                  <a:gd name="connsiteY1" fmla="*/ 1982944 h 2234552"/>
                  <a:gd name="connsiteX2" fmla="*/ 3835400 w 6350000"/>
                  <a:gd name="connsiteY2" fmla="*/ 319244 h 2234552"/>
                  <a:gd name="connsiteX3" fmla="*/ 6350000 w 6350000"/>
                  <a:gd name="connsiteY3" fmla="*/ 1744 h 22345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50000" h="2234552">
                    <a:moveTo>
                      <a:pt x="0" y="2198844"/>
                    </a:moveTo>
                    <a:cubicBezTo>
                      <a:pt x="994833" y="2247527"/>
                      <a:pt x="1989667" y="2296211"/>
                      <a:pt x="2628900" y="1982944"/>
                    </a:cubicBezTo>
                    <a:cubicBezTo>
                      <a:pt x="3268133" y="1669677"/>
                      <a:pt x="3215217" y="649444"/>
                      <a:pt x="3835400" y="319244"/>
                    </a:cubicBezTo>
                    <a:cubicBezTo>
                      <a:pt x="4455583" y="-10956"/>
                      <a:pt x="5402791" y="-4606"/>
                      <a:pt x="6350000" y="1744"/>
                    </a:cubicBezTo>
                  </a:path>
                </a:pathLst>
              </a:custGeom>
              <a:noFill/>
              <a:ln w="12700">
                <a:solidFill>
                  <a:schemeClr val="bg1">
                    <a:lumMod val="65000"/>
                    <a:alpha val="95121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4" name="下弧形箭头 13">
                <a:extLst>
                  <a:ext uri="{FF2B5EF4-FFF2-40B4-BE49-F238E27FC236}">
                    <a16:creationId xmlns:a16="http://schemas.microsoft.com/office/drawing/2014/main" id="{F76A3E1C-CD96-0CB5-AB3D-EB8AA87F0F07}"/>
                  </a:ext>
                </a:extLst>
              </p:cNvPr>
              <p:cNvSpPr/>
              <p:nvPr/>
            </p:nvSpPr>
            <p:spPr>
              <a:xfrm>
                <a:off x="4438650" y="1587662"/>
                <a:ext cx="800100" cy="228600"/>
              </a:xfrm>
              <a:prstGeom prst="curvedDownArrow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下弧形箭头 14">
                <a:extLst>
                  <a:ext uri="{FF2B5EF4-FFF2-40B4-BE49-F238E27FC236}">
                    <a16:creationId xmlns:a16="http://schemas.microsoft.com/office/drawing/2014/main" id="{BB530566-B138-B129-A0CA-7AD4484E3968}"/>
                  </a:ext>
                </a:extLst>
              </p:cNvPr>
              <p:cNvSpPr/>
              <p:nvPr/>
            </p:nvSpPr>
            <p:spPr>
              <a:xfrm flipH="1" flipV="1">
                <a:off x="4426743" y="1905810"/>
                <a:ext cx="800100" cy="228600"/>
              </a:xfrm>
              <a:prstGeom prst="curvedDownArrow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下弧形箭头 15">
                <a:extLst>
                  <a:ext uri="{FF2B5EF4-FFF2-40B4-BE49-F238E27FC236}">
                    <a16:creationId xmlns:a16="http://schemas.microsoft.com/office/drawing/2014/main" id="{B47B642F-761C-CBA9-8638-B252A1296016}"/>
                  </a:ext>
                </a:extLst>
              </p:cNvPr>
              <p:cNvSpPr/>
              <p:nvPr/>
            </p:nvSpPr>
            <p:spPr>
              <a:xfrm>
                <a:off x="6838950" y="1587662"/>
                <a:ext cx="800100" cy="228600"/>
              </a:xfrm>
              <a:prstGeom prst="curvedDown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任意形状 16">
                <a:extLst>
                  <a:ext uri="{FF2B5EF4-FFF2-40B4-BE49-F238E27FC236}">
                    <a16:creationId xmlns:a16="http://schemas.microsoft.com/office/drawing/2014/main" id="{E6FE57F7-CFCE-4F34-088A-9EBEAFBBAC5A}"/>
                  </a:ext>
                </a:extLst>
              </p:cNvPr>
              <p:cNvSpPr/>
              <p:nvPr/>
            </p:nvSpPr>
            <p:spPr>
              <a:xfrm>
                <a:off x="3282950" y="4483489"/>
                <a:ext cx="1555750" cy="82485"/>
              </a:xfrm>
              <a:custGeom>
                <a:avLst/>
                <a:gdLst>
                  <a:gd name="connsiteX0" fmla="*/ 0 w 4406900"/>
                  <a:gd name="connsiteY0" fmla="*/ 876951 h 915051"/>
                  <a:gd name="connsiteX1" fmla="*/ 228600 w 4406900"/>
                  <a:gd name="connsiteY1" fmla="*/ 203851 h 915051"/>
                  <a:gd name="connsiteX2" fmla="*/ 419100 w 4406900"/>
                  <a:gd name="connsiteY2" fmla="*/ 889651 h 915051"/>
                  <a:gd name="connsiteX3" fmla="*/ 508000 w 4406900"/>
                  <a:gd name="connsiteY3" fmla="*/ 432451 h 915051"/>
                  <a:gd name="connsiteX4" fmla="*/ 571500 w 4406900"/>
                  <a:gd name="connsiteY4" fmla="*/ 902351 h 915051"/>
                  <a:gd name="connsiteX5" fmla="*/ 736600 w 4406900"/>
                  <a:gd name="connsiteY5" fmla="*/ 127651 h 915051"/>
                  <a:gd name="connsiteX6" fmla="*/ 863600 w 4406900"/>
                  <a:gd name="connsiteY6" fmla="*/ 902351 h 915051"/>
                  <a:gd name="connsiteX7" fmla="*/ 1016000 w 4406900"/>
                  <a:gd name="connsiteY7" fmla="*/ 229251 h 915051"/>
                  <a:gd name="connsiteX8" fmla="*/ 1092200 w 4406900"/>
                  <a:gd name="connsiteY8" fmla="*/ 889651 h 915051"/>
                  <a:gd name="connsiteX9" fmla="*/ 1244600 w 4406900"/>
                  <a:gd name="connsiteY9" fmla="*/ 89551 h 915051"/>
                  <a:gd name="connsiteX10" fmla="*/ 1384300 w 4406900"/>
                  <a:gd name="connsiteY10" fmla="*/ 915051 h 915051"/>
                  <a:gd name="connsiteX11" fmla="*/ 1524000 w 4406900"/>
                  <a:gd name="connsiteY11" fmla="*/ 89551 h 915051"/>
                  <a:gd name="connsiteX12" fmla="*/ 1651000 w 4406900"/>
                  <a:gd name="connsiteY12" fmla="*/ 699151 h 915051"/>
                  <a:gd name="connsiteX13" fmla="*/ 1803400 w 4406900"/>
                  <a:gd name="connsiteY13" fmla="*/ 64151 h 915051"/>
                  <a:gd name="connsiteX14" fmla="*/ 1943100 w 4406900"/>
                  <a:gd name="connsiteY14" fmla="*/ 902351 h 915051"/>
                  <a:gd name="connsiteX15" fmla="*/ 2044700 w 4406900"/>
                  <a:gd name="connsiteY15" fmla="*/ 470551 h 915051"/>
                  <a:gd name="connsiteX16" fmla="*/ 2108200 w 4406900"/>
                  <a:gd name="connsiteY16" fmla="*/ 889651 h 915051"/>
                  <a:gd name="connsiteX17" fmla="*/ 2298700 w 4406900"/>
                  <a:gd name="connsiteY17" fmla="*/ 38751 h 915051"/>
                  <a:gd name="connsiteX18" fmla="*/ 2400300 w 4406900"/>
                  <a:gd name="connsiteY18" fmla="*/ 876951 h 915051"/>
                  <a:gd name="connsiteX19" fmla="*/ 2616200 w 4406900"/>
                  <a:gd name="connsiteY19" fmla="*/ 38751 h 915051"/>
                  <a:gd name="connsiteX20" fmla="*/ 2806700 w 4406900"/>
                  <a:gd name="connsiteY20" fmla="*/ 851551 h 915051"/>
                  <a:gd name="connsiteX21" fmla="*/ 2959100 w 4406900"/>
                  <a:gd name="connsiteY21" fmla="*/ 419751 h 915051"/>
                  <a:gd name="connsiteX22" fmla="*/ 3086100 w 4406900"/>
                  <a:gd name="connsiteY22" fmla="*/ 889651 h 915051"/>
                  <a:gd name="connsiteX23" fmla="*/ 3225800 w 4406900"/>
                  <a:gd name="connsiteY23" fmla="*/ 153051 h 915051"/>
                  <a:gd name="connsiteX24" fmla="*/ 3378200 w 4406900"/>
                  <a:gd name="connsiteY24" fmla="*/ 902351 h 915051"/>
                  <a:gd name="connsiteX25" fmla="*/ 3505200 w 4406900"/>
                  <a:gd name="connsiteY25" fmla="*/ 318151 h 915051"/>
                  <a:gd name="connsiteX26" fmla="*/ 3644900 w 4406900"/>
                  <a:gd name="connsiteY26" fmla="*/ 889651 h 915051"/>
                  <a:gd name="connsiteX27" fmla="*/ 3822700 w 4406900"/>
                  <a:gd name="connsiteY27" fmla="*/ 292751 h 915051"/>
                  <a:gd name="connsiteX28" fmla="*/ 3937000 w 4406900"/>
                  <a:gd name="connsiteY28" fmla="*/ 749951 h 915051"/>
                  <a:gd name="connsiteX29" fmla="*/ 4127500 w 4406900"/>
                  <a:gd name="connsiteY29" fmla="*/ 651 h 915051"/>
                  <a:gd name="connsiteX30" fmla="*/ 4318000 w 4406900"/>
                  <a:gd name="connsiteY30" fmla="*/ 902351 h 915051"/>
                  <a:gd name="connsiteX31" fmla="*/ 4406900 w 4406900"/>
                  <a:gd name="connsiteY31" fmla="*/ 356251 h 915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406900" h="915051">
                    <a:moveTo>
                      <a:pt x="0" y="876951"/>
                    </a:moveTo>
                    <a:cubicBezTo>
                      <a:pt x="79375" y="539342"/>
                      <a:pt x="158750" y="201734"/>
                      <a:pt x="228600" y="203851"/>
                    </a:cubicBezTo>
                    <a:cubicBezTo>
                      <a:pt x="298450" y="205968"/>
                      <a:pt x="372533" y="851551"/>
                      <a:pt x="419100" y="889651"/>
                    </a:cubicBezTo>
                    <a:cubicBezTo>
                      <a:pt x="465667" y="927751"/>
                      <a:pt x="482600" y="430334"/>
                      <a:pt x="508000" y="432451"/>
                    </a:cubicBezTo>
                    <a:cubicBezTo>
                      <a:pt x="533400" y="434568"/>
                      <a:pt x="533400" y="953151"/>
                      <a:pt x="571500" y="902351"/>
                    </a:cubicBezTo>
                    <a:cubicBezTo>
                      <a:pt x="609600" y="851551"/>
                      <a:pt x="687917" y="127651"/>
                      <a:pt x="736600" y="127651"/>
                    </a:cubicBezTo>
                    <a:cubicBezTo>
                      <a:pt x="785283" y="127651"/>
                      <a:pt x="817033" y="885418"/>
                      <a:pt x="863600" y="902351"/>
                    </a:cubicBezTo>
                    <a:cubicBezTo>
                      <a:pt x="910167" y="919284"/>
                      <a:pt x="977900" y="231368"/>
                      <a:pt x="1016000" y="229251"/>
                    </a:cubicBezTo>
                    <a:cubicBezTo>
                      <a:pt x="1054100" y="227134"/>
                      <a:pt x="1054100" y="912934"/>
                      <a:pt x="1092200" y="889651"/>
                    </a:cubicBezTo>
                    <a:cubicBezTo>
                      <a:pt x="1130300" y="866368"/>
                      <a:pt x="1195917" y="85318"/>
                      <a:pt x="1244600" y="89551"/>
                    </a:cubicBezTo>
                    <a:cubicBezTo>
                      <a:pt x="1293283" y="93784"/>
                      <a:pt x="1337733" y="915051"/>
                      <a:pt x="1384300" y="915051"/>
                    </a:cubicBezTo>
                    <a:cubicBezTo>
                      <a:pt x="1430867" y="915051"/>
                      <a:pt x="1479550" y="125534"/>
                      <a:pt x="1524000" y="89551"/>
                    </a:cubicBezTo>
                    <a:cubicBezTo>
                      <a:pt x="1568450" y="53568"/>
                      <a:pt x="1604433" y="703384"/>
                      <a:pt x="1651000" y="699151"/>
                    </a:cubicBezTo>
                    <a:cubicBezTo>
                      <a:pt x="1697567" y="694918"/>
                      <a:pt x="1754717" y="30284"/>
                      <a:pt x="1803400" y="64151"/>
                    </a:cubicBezTo>
                    <a:cubicBezTo>
                      <a:pt x="1852083" y="98018"/>
                      <a:pt x="1902883" y="834618"/>
                      <a:pt x="1943100" y="902351"/>
                    </a:cubicBezTo>
                    <a:cubicBezTo>
                      <a:pt x="1983317" y="970084"/>
                      <a:pt x="2017183" y="472668"/>
                      <a:pt x="2044700" y="470551"/>
                    </a:cubicBezTo>
                    <a:cubicBezTo>
                      <a:pt x="2072217" y="468434"/>
                      <a:pt x="2065867" y="961618"/>
                      <a:pt x="2108200" y="889651"/>
                    </a:cubicBezTo>
                    <a:cubicBezTo>
                      <a:pt x="2150533" y="817684"/>
                      <a:pt x="2250017" y="40868"/>
                      <a:pt x="2298700" y="38751"/>
                    </a:cubicBezTo>
                    <a:cubicBezTo>
                      <a:pt x="2347383" y="36634"/>
                      <a:pt x="2347383" y="876951"/>
                      <a:pt x="2400300" y="876951"/>
                    </a:cubicBezTo>
                    <a:cubicBezTo>
                      <a:pt x="2453217" y="876951"/>
                      <a:pt x="2548467" y="42984"/>
                      <a:pt x="2616200" y="38751"/>
                    </a:cubicBezTo>
                    <a:cubicBezTo>
                      <a:pt x="2683933" y="34518"/>
                      <a:pt x="2749550" y="788051"/>
                      <a:pt x="2806700" y="851551"/>
                    </a:cubicBezTo>
                    <a:cubicBezTo>
                      <a:pt x="2863850" y="915051"/>
                      <a:pt x="2912533" y="413401"/>
                      <a:pt x="2959100" y="419751"/>
                    </a:cubicBezTo>
                    <a:cubicBezTo>
                      <a:pt x="3005667" y="426101"/>
                      <a:pt x="3041650" y="934101"/>
                      <a:pt x="3086100" y="889651"/>
                    </a:cubicBezTo>
                    <a:cubicBezTo>
                      <a:pt x="3130550" y="845201"/>
                      <a:pt x="3177117" y="150934"/>
                      <a:pt x="3225800" y="153051"/>
                    </a:cubicBezTo>
                    <a:cubicBezTo>
                      <a:pt x="3274483" y="155168"/>
                      <a:pt x="3331633" y="874834"/>
                      <a:pt x="3378200" y="902351"/>
                    </a:cubicBezTo>
                    <a:cubicBezTo>
                      <a:pt x="3424767" y="929868"/>
                      <a:pt x="3460750" y="320268"/>
                      <a:pt x="3505200" y="318151"/>
                    </a:cubicBezTo>
                    <a:cubicBezTo>
                      <a:pt x="3549650" y="316034"/>
                      <a:pt x="3591983" y="893884"/>
                      <a:pt x="3644900" y="889651"/>
                    </a:cubicBezTo>
                    <a:cubicBezTo>
                      <a:pt x="3697817" y="885418"/>
                      <a:pt x="3774017" y="316034"/>
                      <a:pt x="3822700" y="292751"/>
                    </a:cubicBezTo>
                    <a:cubicBezTo>
                      <a:pt x="3871383" y="269468"/>
                      <a:pt x="3886200" y="798634"/>
                      <a:pt x="3937000" y="749951"/>
                    </a:cubicBezTo>
                    <a:cubicBezTo>
                      <a:pt x="3987800" y="701268"/>
                      <a:pt x="4064000" y="-24749"/>
                      <a:pt x="4127500" y="651"/>
                    </a:cubicBezTo>
                    <a:cubicBezTo>
                      <a:pt x="4191000" y="26051"/>
                      <a:pt x="4271433" y="843084"/>
                      <a:pt x="4318000" y="902351"/>
                    </a:cubicBezTo>
                    <a:cubicBezTo>
                      <a:pt x="4364567" y="961618"/>
                      <a:pt x="4385733" y="658934"/>
                      <a:pt x="4406900" y="356251"/>
                    </a:cubicBezTo>
                  </a:path>
                </a:pathLst>
              </a:custGeom>
              <a:noFill/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任意形状 17">
                <a:extLst>
                  <a:ext uri="{FF2B5EF4-FFF2-40B4-BE49-F238E27FC236}">
                    <a16:creationId xmlns:a16="http://schemas.microsoft.com/office/drawing/2014/main" id="{F5F23011-2560-4290-5CD5-604780497A08}"/>
                  </a:ext>
                </a:extLst>
              </p:cNvPr>
              <p:cNvSpPr/>
              <p:nvPr/>
            </p:nvSpPr>
            <p:spPr>
              <a:xfrm>
                <a:off x="4844352" y="2490820"/>
                <a:ext cx="2292254" cy="2090122"/>
              </a:xfrm>
              <a:custGeom>
                <a:avLst/>
                <a:gdLst>
                  <a:gd name="connsiteX0" fmla="*/ 0 w 2425700"/>
                  <a:gd name="connsiteY0" fmla="*/ 1993900 h 2095531"/>
                  <a:gd name="connsiteX1" fmla="*/ 50800 w 2425700"/>
                  <a:gd name="connsiteY1" fmla="*/ 2095500 h 2095531"/>
                  <a:gd name="connsiteX2" fmla="*/ 88900 w 2425700"/>
                  <a:gd name="connsiteY2" fmla="*/ 1993900 h 2095531"/>
                  <a:gd name="connsiteX3" fmla="*/ 139700 w 2425700"/>
                  <a:gd name="connsiteY3" fmla="*/ 2095500 h 2095531"/>
                  <a:gd name="connsiteX4" fmla="*/ 165100 w 2425700"/>
                  <a:gd name="connsiteY4" fmla="*/ 1981200 h 2095531"/>
                  <a:gd name="connsiteX5" fmla="*/ 241300 w 2425700"/>
                  <a:gd name="connsiteY5" fmla="*/ 2082800 h 2095531"/>
                  <a:gd name="connsiteX6" fmla="*/ 241300 w 2425700"/>
                  <a:gd name="connsiteY6" fmla="*/ 1930400 h 2095531"/>
                  <a:gd name="connsiteX7" fmla="*/ 317500 w 2425700"/>
                  <a:gd name="connsiteY7" fmla="*/ 2044700 h 2095531"/>
                  <a:gd name="connsiteX8" fmla="*/ 330200 w 2425700"/>
                  <a:gd name="connsiteY8" fmla="*/ 1955800 h 2095531"/>
                  <a:gd name="connsiteX9" fmla="*/ 406400 w 2425700"/>
                  <a:gd name="connsiteY9" fmla="*/ 2044700 h 2095531"/>
                  <a:gd name="connsiteX10" fmla="*/ 406400 w 2425700"/>
                  <a:gd name="connsiteY10" fmla="*/ 1943100 h 2095531"/>
                  <a:gd name="connsiteX11" fmla="*/ 469900 w 2425700"/>
                  <a:gd name="connsiteY11" fmla="*/ 2019300 h 2095531"/>
                  <a:gd name="connsiteX12" fmla="*/ 482600 w 2425700"/>
                  <a:gd name="connsiteY12" fmla="*/ 1917700 h 2095531"/>
                  <a:gd name="connsiteX13" fmla="*/ 571500 w 2425700"/>
                  <a:gd name="connsiteY13" fmla="*/ 2006600 h 2095531"/>
                  <a:gd name="connsiteX14" fmla="*/ 546100 w 2425700"/>
                  <a:gd name="connsiteY14" fmla="*/ 1866900 h 2095531"/>
                  <a:gd name="connsiteX15" fmla="*/ 609600 w 2425700"/>
                  <a:gd name="connsiteY15" fmla="*/ 1930400 h 2095531"/>
                  <a:gd name="connsiteX16" fmla="*/ 647700 w 2425700"/>
                  <a:gd name="connsiteY16" fmla="*/ 1866900 h 2095531"/>
                  <a:gd name="connsiteX17" fmla="*/ 736600 w 2425700"/>
                  <a:gd name="connsiteY17" fmla="*/ 1968500 h 2095531"/>
                  <a:gd name="connsiteX18" fmla="*/ 749300 w 2425700"/>
                  <a:gd name="connsiteY18" fmla="*/ 1854200 h 2095531"/>
                  <a:gd name="connsiteX19" fmla="*/ 812800 w 2425700"/>
                  <a:gd name="connsiteY19" fmla="*/ 1905000 h 2095531"/>
                  <a:gd name="connsiteX20" fmla="*/ 863600 w 2425700"/>
                  <a:gd name="connsiteY20" fmla="*/ 1816100 h 2095531"/>
                  <a:gd name="connsiteX21" fmla="*/ 939800 w 2425700"/>
                  <a:gd name="connsiteY21" fmla="*/ 1866900 h 2095531"/>
                  <a:gd name="connsiteX22" fmla="*/ 939800 w 2425700"/>
                  <a:gd name="connsiteY22" fmla="*/ 1701800 h 2095531"/>
                  <a:gd name="connsiteX23" fmla="*/ 1054100 w 2425700"/>
                  <a:gd name="connsiteY23" fmla="*/ 1803400 h 2095531"/>
                  <a:gd name="connsiteX24" fmla="*/ 1054100 w 2425700"/>
                  <a:gd name="connsiteY24" fmla="*/ 1714500 h 2095531"/>
                  <a:gd name="connsiteX25" fmla="*/ 1155700 w 2425700"/>
                  <a:gd name="connsiteY25" fmla="*/ 1752600 h 2095531"/>
                  <a:gd name="connsiteX26" fmla="*/ 1155700 w 2425700"/>
                  <a:gd name="connsiteY26" fmla="*/ 1651000 h 2095531"/>
                  <a:gd name="connsiteX27" fmla="*/ 1244600 w 2425700"/>
                  <a:gd name="connsiteY27" fmla="*/ 1676400 h 2095531"/>
                  <a:gd name="connsiteX28" fmla="*/ 1206500 w 2425700"/>
                  <a:gd name="connsiteY28" fmla="*/ 1562100 h 2095531"/>
                  <a:gd name="connsiteX29" fmla="*/ 1308100 w 2425700"/>
                  <a:gd name="connsiteY29" fmla="*/ 1587500 h 2095531"/>
                  <a:gd name="connsiteX30" fmla="*/ 1282700 w 2425700"/>
                  <a:gd name="connsiteY30" fmla="*/ 1447800 h 2095531"/>
                  <a:gd name="connsiteX31" fmla="*/ 1498600 w 2425700"/>
                  <a:gd name="connsiteY31" fmla="*/ 1574800 h 2095531"/>
                  <a:gd name="connsiteX32" fmla="*/ 1282700 w 2425700"/>
                  <a:gd name="connsiteY32" fmla="*/ 1244600 h 2095531"/>
                  <a:gd name="connsiteX33" fmla="*/ 1600200 w 2425700"/>
                  <a:gd name="connsiteY33" fmla="*/ 1384300 h 2095531"/>
                  <a:gd name="connsiteX34" fmla="*/ 1206500 w 2425700"/>
                  <a:gd name="connsiteY34" fmla="*/ 1066800 h 2095531"/>
                  <a:gd name="connsiteX35" fmla="*/ 1612900 w 2425700"/>
                  <a:gd name="connsiteY35" fmla="*/ 1308100 h 2095531"/>
                  <a:gd name="connsiteX36" fmla="*/ 1168400 w 2425700"/>
                  <a:gd name="connsiteY36" fmla="*/ 952500 h 2095531"/>
                  <a:gd name="connsiteX37" fmla="*/ 1651000 w 2425700"/>
                  <a:gd name="connsiteY37" fmla="*/ 1206500 h 2095531"/>
                  <a:gd name="connsiteX38" fmla="*/ 1257300 w 2425700"/>
                  <a:gd name="connsiteY38" fmla="*/ 850900 h 2095531"/>
                  <a:gd name="connsiteX39" fmla="*/ 1676400 w 2425700"/>
                  <a:gd name="connsiteY39" fmla="*/ 1104900 h 2095531"/>
                  <a:gd name="connsiteX40" fmla="*/ 1346200 w 2425700"/>
                  <a:gd name="connsiteY40" fmla="*/ 762000 h 2095531"/>
                  <a:gd name="connsiteX41" fmla="*/ 1752600 w 2425700"/>
                  <a:gd name="connsiteY41" fmla="*/ 1028700 h 2095531"/>
                  <a:gd name="connsiteX42" fmla="*/ 1409700 w 2425700"/>
                  <a:gd name="connsiteY42" fmla="*/ 685800 h 2095531"/>
                  <a:gd name="connsiteX43" fmla="*/ 1917700 w 2425700"/>
                  <a:gd name="connsiteY43" fmla="*/ 1016000 h 2095531"/>
                  <a:gd name="connsiteX44" fmla="*/ 1358900 w 2425700"/>
                  <a:gd name="connsiteY44" fmla="*/ 558800 h 2095531"/>
                  <a:gd name="connsiteX45" fmla="*/ 1892300 w 2425700"/>
                  <a:gd name="connsiteY45" fmla="*/ 889000 h 2095531"/>
                  <a:gd name="connsiteX46" fmla="*/ 1511300 w 2425700"/>
                  <a:gd name="connsiteY46" fmla="*/ 558800 h 2095531"/>
                  <a:gd name="connsiteX47" fmla="*/ 1943100 w 2425700"/>
                  <a:gd name="connsiteY47" fmla="*/ 787400 h 2095531"/>
                  <a:gd name="connsiteX48" fmla="*/ 1536700 w 2425700"/>
                  <a:gd name="connsiteY48" fmla="*/ 381000 h 2095531"/>
                  <a:gd name="connsiteX49" fmla="*/ 2044700 w 2425700"/>
                  <a:gd name="connsiteY49" fmla="*/ 609600 h 2095531"/>
                  <a:gd name="connsiteX50" fmla="*/ 1574800 w 2425700"/>
                  <a:gd name="connsiteY50" fmla="*/ 254000 h 2095531"/>
                  <a:gd name="connsiteX51" fmla="*/ 1968500 w 2425700"/>
                  <a:gd name="connsiteY51" fmla="*/ 469900 h 2095531"/>
                  <a:gd name="connsiteX52" fmla="*/ 1930400 w 2425700"/>
                  <a:gd name="connsiteY52" fmla="*/ 292100 h 2095531"/>
                  <a:gd name="connsiteX53" fmla="*/ 2032000 w 2425700"/>
                  <a:gd name="connsiteY53" fmla="*/ 342900 h 2095531"/>
                  <a:gd name="connsiteX54" fmla="*/ 2019300 w 2425700"/>
                  <a:gd name="connsiteY54" fmla="*/ 190500 h 2095531"/>
                  <a:gd name="connsiteX55" fmla="*/ 2159000 w 2425700"/>
                  <a:gd name="connsiteY55" fmla="*/ 266700 h 2095531"/>
                  <a:gd name="connsiteX56" fmla="*/ 2095500 w 2425700"/>
                  <a:gd name="connsiteY56" fmla="*/ 114300 h 2095531"/>
                  <a:gd name="connsiteX57" fmla="*/ 2209800 w 2425700"/>
                  <a:gd name="connsiteY57" fmla="*/ 177800 h 2095531"/>
                  <a:gd name="connsiteX58" fmla="*/ 2197100 w 2425700"/>
                  <a:gd name="connsiteY58" fmla="*/ 63500 h 2095531"/>
                  <a:gd name="connsiteX59" fmla="*/ 2286000 w 2425700"/>
                  <a:gd name="connsiteY59" fmla="*/ 165100 h 2095531"/>
                  <a:gd name="connsiteX60" fmla="*/ 2298700 w 2425700"/>
                  <a:gd name="connsiteY60" fmla="*/ 50800 h 2095531"/>
                  <a:gd name="connsiteX61" fmla="*/ 2374900 w 2425700"/>
                  <a:gd name="connsiteY61" fmla="*/ 101600 h 2095531"/>
                  <a:gd name="connsiteX62" fmla="*/ 2425700 w 2425700"/>
                  <a:gd name="connsiteY62" fmla="*/ 0 h 2095531"/>
                  <a:gd name="connsiteX0" fmla="*/ 0 w 2381603"/>
                  <a:gd name="connsiteY0" fmla="*/ 2088796 h 2190427"/>
                  <a:gd name="connsiteX1" fmla="*/ 50800 w 2381603"/>
                  <a:gd name="connsiteY1" fmla="*/ 2190396 h 2190427"/>
                  <a:gd name="connsiteX2" fmla="*/ 88900 w 2381603"/>
                  <a:gd name="connsiteY2" fmla="*/ 2088796 h 2190427"/>
                  <a:gd name="connsiteX3" fmla="*/ 139700 w 2381603"/>
                  <a:gd name="connsiteY3" fmla="*/ 2190396 h 2190427"/>
                  <a:gd name="connsiteX4" fmla="*/ 165100 w 2381603"/>
                  <a:gd name="connsiteY4" fmla="*/ 2076096 h 2190427"/>
                  <a:gd name="connsiteX5" fmla="*/ 241300 w 2381603"/>
                  <a:gd name="connsiteY5" fmla="*/ 2177696 h 2190427"/>
                  <a:gd name="connsiteX6" fmla="*/ 241300 w 2381603"/>
                  <a:gd name="connsiteY6" fmla="*/ 2025296 h 2190427"/>
                  <a:gd name="connsiteX7" fmla="*/ 317500 w 2381603"/>
                  <a:gd name="connsiteY7" fmla="*/ 2139596 h 2190427"/>
                  <a:gd name="connsiteX8" fmla="*/ 330200 w 2381603"/>
                  <a:gd name="connsiteY8" fmla="*/ 2050696 h 2190427"/>
                  <a:gd name="connsiteX9" fmla="*/ 406400 w 2381603"/>
                  <a:gd name="connsiteY9" fmla="*/ 2139596 h 2190427"/>
                  <a:gd name="connsiteX10" fmla="*/ 406400 w 2381603"/>
                  <a:gd name="connsiteY10" fmla="*/ 2037996 h 2190427"/>
                  <a:gd name="connsiteX11" fmla="*/ 469900 w 2381603"/>
                  <a:gd name="connsiteY11" fmla="*/ 2114196 h 2190427"/>
                  <a:gd name="connsiteX12" fmla="*/ 482600 w 2381603"/>
                  <a:gd name="connsiteY12" fmla="*/ 2012596 h 2190427"/>
                  <a:gd name="connsiteX13" fmla="*/ 571500 w 2381603"/>
                  <a:gd name="connsiteY13" fmla="*/ 2101496 h 2190427"/>
                  <a:gd name="connsiteX14" fmla="*/ 546100 w 2381603"/>
                  <a:gd name="connsiteY14" fmla="*/ 1961796 h 2190427"/>
                  <a:gd name="connsiteX15" fmla="*/ 609600 w 2381603"/>
                  <a:gd name="connsiteY15" fmla="*/ 2025296 h 2190427"/>
                  <a:gd name="connsiteX16" fmla="*/ 647700 w 2381603"/>
                  <a:gd name="connsiteY16" fmla="*/ 1961796 h 2190427"/>
                  <a:gd name="connsiteX17" fmla="*/ 736600 w 2381603"/>
                  <a:gd name="connsiteY17" fmla="*/ 2063396 h 2190427"/>
                  <a:gd name="connsiteX18" fmla="*/ 749300 w 2381603"/>
                  <a:gd name="connsiteY18" fmla="*/ 1949096 h 2190427"/>
                  <a:gd name="connsiteX19" fmla="*/ 812800 w 2381603"/>
                  <a:gd name="connsiteY19" fmla="*/ 1999896 h 2190427"/>
                  <a:gd name="connsiteX20" fmla="*/ 863600 w 2381603"/>
                  <a:gd name="connsiteY20" fmla="*/ 1910996 h 2190427"/>
                  <a:gd name="connsiteX21" fmla="*/ 939800 w 2381603"/>
                  <a:gd name="connsiteY21" fmla="*/ 1961796 h 2190427"/>
                  <a:gd name="connsiteX22" fmla="*/ 939800 w 2381603"/>
                  <a:gd name="connsiteY22" fmla="*/ 1796696 h 2190427"/>
                  <a:gd name="connsiteX23" fmla="*/ 1054100 w 2381603"/>
                  <a:gd name="connsiteY23" fmla="*/ 1898296 h 2190427"/>
                  <a:gd name="connsiteX24" fmla="*/ 1054100 w 2381603"/>
                  <a:gd name="connsiteY24" fmla="*/ 1809396 h 2190427"/>
                  <a:gd name="connsiteX25" fmla="*/ 1155700 w 2381603"/>
                  <a:gd name="connsiteY25" fmla="*/ 1847496 h 2190427"/>
                  <a:gd name="connsiteX26" fmla="*/ 1155700 w 2381603"/>
                  <a:gd name="connsiteY26" fmla="*/ 1745896 h 2190427"/>
                  <a:gd name="connsiteX27" fmla="*/ 1244600 w 2381603"/>
                  <a:gd name="connsiteY27" fmla="*/ 1771296 h 2190427"/>
                  <a:gd name="connsiteX28" fmla="*/ 1206500 w 2381603"/>
                  <a:gd name="connsiteY28" fmla="*/ 1656996 h 2190427"/>
                  <a:gd name="connsiteX29" fmla="*/ 1308100 w 2381603"/>
                  <a:gd name="connsiteY29" fmla="*/ 1682396 h 2190427"/>
                  <a:gd name="connsiteX30" fmla="*/ 1282700 w 2381603"/>
                  <a:gd name="connsiteY30" fmla="*/ 1542696 h 2190427"/>
                  <a:gd name="connsiteX31" fmla="*/ 1498600 w 2381603"/>
                  <a:gd name="connsiteY31" fmla="*/ 1669696 h 2190427"/>
                  <a:gd name="connsiteX32" fmla="*/ 1282700 w 2381603"/>
                  <a:gd name="connsiteY32" fmla="*/ 1339496 h 2190427"/>
                  <a:gd name="connsiteX33" fmla="*/ 1600200 w 2381603"/>
                  <a:gd name="connsiteY33" fmla="*/ 1479196 h 2190427"/>
                  <a:gd name="connsiteX34" fmla="*/ 1206500 w 2381603"/>
                  <a:gd name="connsiteY34" fmla="*/ 1161696 h 2190427"/>
                  <a:gd name="connsiteX35" fmla="*/ 1612900 w 2381603"/>
                  <a:gd name="connsiteY35" fmla="*/ 1402996 h 2190427"/>
                  <a:gd name="connsiteX36" fmla="*/ 1168400 w 2381603"/>
                  <a:gd name="connsiteY36" fmla="*/ 1047396 h 2190427"/>
                  <a:gd name="connsiteX37" fmla="*/ 1651000 w 2381603"/>
                  <a:gd name="connsiteY37" fmla="*/ 1301396 h 2190427"/>
                  <a:gd name="connsiteX38" fmla="*/ 1257300 w 2381603"/>
                  <a:gd name="connsiteY38" fmla="*/ 945796 h 2190427"/>
                  <a:gd name="connsiteX39" fmla="*/ 1676400 w 2381603"/>
                  <a:gd name="connsiteY39" fmla="*/ 1199796 h 2190427"/>
                  <a:gd name="connsiteX40" fmla="*/ 1346200 w 2381603"/>
                  <a:gd name="connsiteY40" fmla="*/ 856896 h 2190427"/>
                  <a:gd name="connsiteX41" fmla="*/ 1752600 w 2381603"/>
                  <a:gd name="connsiteY41" fmla="*/ 1123596 h 2190427"/>
                  <a:gd name="connsiteX42" fmla="*/ 1409700 w 2381603"/>
                  <a:gd name="connsiteY42" fmla="*/ 780696 h 2190427"/>
                  <a:gd name="connsiteX43" fmla="*/ 1917700 w 2381603"/>
                  <a:gd name="connsiteY43" fmla="*/ 1110896 h 2190427"/>
                  <a:gd name="connsiteX44" fmla="*/ 1358900 w 2381603"/>
                  <a:gd name="connsiteY44" fmla="*/ 653696 h 2190427"/>
                  <a:gd name="connsiteX45" fmla="*/ 1892300 w 2381603"/>
                  <a:gd name="connsiteY45" fmla="*/ 983896 h 2190427"/>
                  <a:gd name="connsiteX46" fmla="*/ 1511300 w 2381603"/>
                  <a:gd name="connsiteY46" fmla="*/ 653696 h 2190427"/>
                  <a:gd name="connsiteX47" fmla="*/ 1943100 w 2381603"/>
                  <a:gd name="connsiteY47" fmla="*/ 882296 h 2190427"/>
                  <a:gd name="connsiteX48" fmla="*/ 1536700 w 2381603"/>
                  <a:gd name="connsiteY48" fmla="*/ 475896 h 2190427"/>
                  <a:gd name="connsiteX49" fmla="*/ 2044700 w 2381603"/>
                  <a:gd name="connsiteY49" fmla="*/ 704496 h 2190427"/>
                  <a:gd name="connsiteX50" fmla="*/ 1574800 w 2381603"/>
                  <a:gd name="connsiteY50" fmla="*/ 348896 h 2190427"/>
                  <a:gd name="connsiteX51" fmla="*/ 1968500 w 2381603"/>
                  <a:gd name="connsiteY51" fmla="*/ 564796 h 2190427"/>
                  <a:gd name="connsiteX52" fmla="*/ 1930400 w 2381603"/>
                  <a:gd name="connsiteY52" fmla="*/ 386996 h 2190427"/>
                  <a:gd name="connsiteX53" fmla="*/ 2032000 w 2381603"/>
                  <a:gd name="connsiteY53" fmla="*/ 437796 h 2190427"/>
                  <a:gd name="connsiteX54" fmla="*/ 2019300 w 2381603"/>
                  <a:gd name="connsiteY54" fmla="*/ 285396 h 2190427"/>
                  <a:gd name="connsiteX55" fmla="*/ 2159000 w 2381603"/>
                  <a:gd name="connsiteY55" fmla="*/ 361596 h 2190427"/>
                  <a:gd name="connsiteX56" fmla="*/ 2095500 w 2381603"/>
                  <a:gd name="connsiteY56" fmla="*/ 209196 h 2190427"/>
                  <a:gd name="connsiteX57" fmla="*/ 2209800 w 2381603"/>
                  <a:gd name="connsiteY57" fmla="*/ 272696 h 2190427"/>
                  <a:gd name="connsiteX58" fmla="*/ 2197100 w 2381603"/>
                  <a:gd name="connsiteY58" fmla="*/ 158396 h 2190427"/>
                  <a:gd name="connsiteX59" fmla="*/ 2286000 w 2381603"/>
                  <a:gd name="connsiteY59" fmla="*/ 259996 h 2190427"/>
                  <a:gd name="connsiteX60" fmla="*/ 2298700 w 2381603"/>
                  <a:gd name="connsiteY60" fmla="*/ 145696 h 2190427"/>
                  <a:gd name="connsiteX61" fmla="*/ 2374900 w 2381603"/>
                  <a:gd name="connsiteY61" fmla="*/ 196496 h 2190427"/>
                  <a:gd name="connsiteX62" fmla="*/ 2373813 w 2381603"/>
                  <a:gd name="connsiteY62" fmla="*/ 0 h 2190427"/>
                  <a:gd name="connsiteX0" fmla="*/ 0 w 2381603"/>
                  <a:gd name="connsiteY0" fmla="*/ 2088796 h 2190427"/>
                  <a:gd name="connsiteX1" fmla="*/ 50800 w 2381603"/>
                  <a:gd name="connsiteY1" fmla="*/ 2190396 h 2190427"/>
                  <a:gd name="connsiteX2" fmla="*/ 88900 w 2381603"/>
                  <a:gd name="connsiteY2" fmla="*/ 2088796 h 2190427"/>
                  <a:gd name="connsiteX3" fmla="*/ 139700 w 2381603"/>
                  <a:gd name="connsiteY3" fmla="*/ 2190396 h 2190427"/>
                  <a:gd name="connsiteX4" fmla="*/ 165100 w 2381603"/>
                  <a:gd name="connsiteY4" fmla="*/ 2076096 h 2190427"/>
                  <a:gd name="connsiteX5" fmla="*/ 241300 w 2381603"/>
                  <a:gd name="connsiteY5" fmla="*/ 2177696 h 2190427"/>
                  <a:gd name="connsiteX6" fmla="*/ 241300 w 2381603"/>
                  <a:gd name="connsiteY6" fmla="*/ 2025296 h 2190427"/>
                  <a:gd name="connsiteX7" fmla="*/ 317500 w 2381603"/>
                  <a:gd name="connsiteY7" fmla="*/ 2139596 h 2190427"/>
                  <a:gd name="connsiteX8" fmla="*/ 330200 w 2381603"/>
                  <a:gd name="connsiteY8" fmla="*/ 2050696 h 2190427"/>
                  <a:gd name="connsiteX9" fmla="*/ 406400 w 2381603"/>
                  <a:gd name="connsiteY9" fmla="*/ 2139596 h 2190427"/>
                  <a:gd name="connsiteX10" fmla="*/ 406400 w 2381603"/>
                  <a:gd name="connsiteY10" fmla="*/ 2037996 h 2190427"/>
                  <a:gd name="connsiteX11" fmla="*/ 469900 w 2381603"/>
                  <a:gd name="connsiteY11" fmla="*/ 2114196 h 2190427"/>
                  <a:gd name="connsiteX12" fmla="*/ 482600 w 2381603"/>
                  <a:gd name="connsiteY12" fmla="*/ 2012596 h 2190427"/>
                  <a:gd name="connsiteX13" fmla="*/ 571500 w 2381603"/>
                  <a:gd name="connsiteY13" fmla="*/ 2101496 h 2190427"/>
                  <a:gd name="connsiteX14" fmla="*/ 546100 w 2381603"/>
                  <a:gd name="connsiteY14" fmla="*/ 1961796 h 2190427"/>
                  <a:gd name="connsiteX15" fmla="*/ 609600 w 2381603"/>
                  <a:gd name="connsiteY15" fmla="*/ 2025296 h 2190427"/>
                  <a:gd name="connsiteX16" fmla="*/ 647700 w 2381603"/>
                  <a:gd name="connsiteY16" fmla="*/ 1961796 h 2190427"/>
                  <a:gd name="connsiteX17" fmla="*/ 736600 w 2381603"/>
                  <a:gd name="connsiteY17" fmla="*/ 2063396 h 2190427"/>
                  <a:gd name="connsiteX18" fmla="*/ 749300 w 2381603"/>
                  <a:gd name="connsiteY18" fmla="*/ 1949096 h 2190427"/>
                  <a:gd name="connsiteX19" fmla="*/ 812800 w 2381603"/>
                  <a:gd name="connsiteY19" fmla="*/ 1999896 h 2190427"/>
                  <a:gd name="connsiteX20" fmla="*/ 863600 w 2381603"/>
                  <a:gd name="connsiteY20" fmla="*/ 1910996 h 2190427"/>
                  <a:gd name="connsiteX21" fmla="*/ 939800 w 2381603"/>
                  <a:gd name="connsiteY21" fmla="*/ 1961796 h 2190427"/>
                  <a:gd name="connsiteX22" fmla="*/ 939800 w 2381603"/>
                  <a:gd name="connsiteY22" fmla="*/ 1796696 h 2190427"/>
                  <a:gd name="connsiteX23" fmla="*/ 1054100 w 2381603"/>
                  <a:gd name="connsiteY23" fmla="*/ 1898296 h 2190427"/>
                  <a:gd name="connsiteX24" fmla="*/ 1054100 w 2381603"/>
                  <a:gd name="connsiteY24" fmla="*/ 1809396 h 2190427"/>
                  <a:gd name="connsiteX25" fmla="*/ 1155700 w 2381603"/>
                  <a:gd name="connsiteY25" fmla="*/ 1847496 h 2190427"/>
                  <a:gd name="connsiteX26" fmla="*/ 1155700 w 2381603"/>
                  <a:gd name="connsiteY26" fmla="*/ 1745896 h 2190427"/>
                  <a:gd name="connsiteX27" fmla="*/ 1244600 w 2381603"/>
                  <a:gd name="connsiteY27" fmla="*/ 1771296 h 2190427"/>
                  <a:gd name="connsiteX28" fmla="*/ 1206500 w 2381603"/>
                  <a:gd name="connsiteY28" fmla="*/ 1656996 h 2190427"/>
                  <a:gd name="connsiteX29" fmla="*/ 1308100 w 2381603"/>
                  <a:gd name="connsiteY29" fmla="*/ 1682396 h 2190427"/>
                  <a:gd name="connsiteX30" fmla="*/ 1282700 w 2381603"/>
                  <a:gd name="connsiteY30" fmla="*/ 1542696 h 2190427"/>
                  <a:gd name="connsiteX31" fmla="*/ 1498600 w 2381603"/>
                  <a:gd name="connsiteY31" fmla="*/ 1669696 h 2190427"/>
                  <a:gd name="connsiteX32" fmla="*/ 1282700 w 2381603"/>
                  <a:gd name="connsiteY32" fmla="*/ 1339496 h 2190427"/>
                  <a:gd name="connsiteX33" fmla="*/ 1600200 w 2381603"/>
                  <a:gd name="connsiteY33" fmla="*/ 1479196 h 2190427"/>
                  <a:gd name="connsiteX34" fmla="*/ 1206500 w 2381603"/>
                  <a:gd name="connsiteY34" fmla="*/ 1161696 h 2190427"/>
                  <a:gd name="connsiteX35" fmla="*/ 1612900 w 2381603"/>
                  <a:gd name="connsiteY35" fmla="*/ 1402996 h 2190427"/>
                  <a:gd name="connsiteX36" fmla="*/ 1168400 w 2381603"/>
                  <a:gd name="connsiteY36" fmla="*/ 1047396 h 2190427"/>
                  <a:gd name="connsiteX37" fmla="*/ 1651000 w 2381603"/>
                  <a:gd name="connsiteY37" fmla="*/ 1301396 h 2190427"/>
                  <a:gd name="connsiteX38" fmla="*/ 1257300 w 2381603"/>
                  <a:gd name="connsiteY38" fmla="*/ 945796 h 2190427"/>
                  <a:gd name="connsiteX39" fmla="*/ 1676400 w 2381603"/>
                  <a:gd name="connsiteY39" fmla="*/ 1199796 h 2190427"/>
                  <a:gd name="connsiteX40" fmla="*/ 1346200 w 2381603"/>
                  <a:gd name="connsiteY40" fmla="*/ 856896 h 2190427"/>
                  <a:gd name="connsiteX41" fmla="*/ 1752600 w 2381603"/>
                  <a:gd name="connsiteY41" fmla="*/ 1123596 h 2190427"/>
                  <a:gd name="connsiteX42" fmla="*/ 1409700 w 2381603"/>
                  <a:gd name="connsiteY42" fmla="*/ 780696 h 2190427"/>
                  <a:gd name="connsiteX43" fmla="*/ 1917700 w 2381603"/>
                  <a:gd name="connsiteY43" fmla="*/ 1110896 h 2190427"/>
                  <a:gd name="connsiteX44" fmla="*/ 1358900 w 2381603"/>
                  <a:gd name="connsiteY44" fmla="*/ 653696 h 2190427"/>
                  <a:gd name="connsiteX45" fmla="*/ 1892300 w 2381603"/>
                  <a:gd name="connsiteY45" fmla="*/ 983896 h 2190427"/>
                  <a:gd name="connsiteX46" fmla="*/ 1511300 w 2381603"/>
                  <a:gd name="connsiteY46" fmla="*/ 653696 h 2190427"/>
                  <a:gd name="connsiteX47" fmla="*/ 1943100 w 2381603"/>
                  <a:gd name="connsiteY47" fmla="*/ 882296 h 2190427"/>
                  <a:gd name="connsiteX48" fmla="*/ 1536700 w 2381603"/>
                  <a:gd name="connsiteY48" fmla="*/ 475896 h 2190427"/>
                  <a:gd name="connsiteX49" fmla="*/ 2044700 w 2381603"/>
                  <a:gd name="connsiteY49" fmla="*/ 704496 h 2190427"/>
                  <a:gd name="connsiteX50" fmla="*/ 1574800 w 2381603"/>
                  <a:gd name="connsiteY50" fmla="*/ 348896 h 2190427"/>
                  <a:gd name="connsiteX51" fmla="*/ 1968500 w 2381603"/>
                  <a:gd name="connsiteY51" fmla="*/ 564796 h 2190427"/>
                  <a:gd name="connsiteX52" fmla="*/ 1930400 w 2381603"/>
                  <a:gd name="connsiteY52" fmla="*/ 386996 h 2190427"/>
                  <a:gd name="connsiteX53" fmla="*/ 2032000 w 2381603"/>
                  <a:gd name="connsiteY53" fmla="*/ 437796 h 2190427"/>
                  <a:gd name="connsiteX54" fmla="*/ 2019300 w 2381603"/>
                  <a:gd name="connsiteY54" fmla="*/ 285396 h 2190427"/>
                  <a:gd name="connsiteX55" fmla="*/ 2159000 w 2381603"/>
                  <a:gd name="connsiteY55" fmla="*/ 361596 h 2190427"/>
                  <a:gd name="connsiteX56" fmla="*/ 2095500 w 2381603"/>
                  <a:gd name="connsiteY56" fmla="*/ 209196 h 2190427"/>
                  <a:gd name="connsiteX57" fmla="*/ 2209800 w 2381603"/>
                  <a:gd name="connsiteY57" fmla="*/ 272696 h 2190427"/>
                  <a:gd name="connsiteX58" fmla="*/ 2197100 w 2381603"/>
                  <a:gd name="connsiteY58" fmla="*/ 158396 h 2190427"/>
                  <a:gd name="connsiteX59" fmla="*/ 2286000 w 2381603"/>
                  <a:gd name="connsiteY59" fmla="*/ 259996 h 2190427"/>
                  <a:gd name="connsiteX60" fmla="*/ 2246813 w 2381603"/>
                  <a:gd name="connsiteY60" fmla="*/ 37243 h 2190427"/>
                  <a:gd name="connsiteX61" fmla="*/ 2374900 w 2381603"/>
                  <a:gd name="connsiteY61" fmla="*/ 196496 h 2190427"/>
                  <a:gd name="connsiteX62" fmla="*/ 2373813 w 2381603"/>
                  <a:gd name="connsiteY62" fmla="*/ 0 h 2190427"/>
                  <a:gd name="connsiteX0" fmla="*/ 0 w 2381603"/>
                  <a:gd name="connsiteY0" fmla="*/ 2088796 h 2190427"/>
                  <a:gd name="connsiteX1" fmla="*/ 50800 w 2381603"/>
                  <a:gd name="connsiteY1" fmla="*/ 2190396 h 2190427"/>
                  <a:gd name="connsiteX2" fmla="*/ 88900 w 2381603"/>
                  <a:gd name="connsiteY2" fmla="*/ 2088796 h 2190427"/>
                  <a:gd name="connsiteX3" fmla="*/ 139700 w 2381603"/>
                  <a:gd name="connsiteY3" fmla="*/ 2190396 h 2190427"/>
                  <a:gd name="connsiteX4" fmla="*/ 165100 w 2381603"/>
                  <a:gd name="connsiteY4" fmla="*/ 2076096 h 2190427"/>
                  <a:gd name="connsiteX5" fmla="*/ 241300 w 2381603"/>
                  <a:gd name="connsiteY5" fmla="*/ 2177696 h 2190427"/>
                  <a:gd name="connsiteX6" fmla="*/ 241300 w 2381603"/>
                  <a:gd name="connsiteY6" fmla="*/ 2025296 h 2190427"/>
                  <a:gd name="connsiteX7" fmla="*/ 317500 w 2381603"/>
                  <a:gd name="connsiteY7" fmla="*/ 2139596 h 2190427"/>
                  <a:gd name="connsiteX8" fmla="*/ 330200 w 2381603"/>
                  <a:gd name="connsiteY8" fmla="*/ 2050696 h 2190427"/>
                  <a:gd name="connsiteX9" fmla="*/ 406400 w 2381603"/>
                  <a:gd name="connsiteY9" fmla="*/ 2139596 h 2190427"/>
                  <a:gd name="connsiteX10" fmla="*/ 406400 w 2381603"/>
                  <a:gd name="connsiteY10" fmla="*/ 2037996 h 2190427"/>
                  <a:gd name="connsiteX11" fmla="*/ 469900 w 2381603"/>
                  <a:gd name="connsiteY11" fmla="*/ 2114196 h 2190427"/>
                  <a:gd name="connsiteX12" fmla="*/ 482600 w 2381603"/>
                  <a:gd name="connsiteY12" fmla="*/ 2012596 h 2190427"/>
                  <a:gd name="connsiteX13" fmla="*/ 571500 w 2381603"/>
                  <a:gd name="connsiteY13" fmla="*/ 2101496 h 2190427"/>
                  <a:gd name="connsiteX14" fmla="*/ 546100 w 2381603"/>
                  <a:gd name="connsiteY14" fmla="*/ 1961796 h 2190427"/>
                  <a:gd name="connsiteX15" fmla="*/ 609600 w 2381603"/>
                  <a:gd name="connsiteY15" fmla="*/ 2025296 h 2190427"/>
                  <a:gd name="connsiteX16" fmla="*/ 647700 w 2381603"/>
                  <a:gd name="connsiteY16" fmla="*/ 1961796 h 2190427"/>
                  <a:gd name="connsiteX17" fmla="*/ 736600 w 2381603"/>
                  <a:gd name="connsiteY17" fmla="*/ 2063396 h 2190427"/>
                  <a:gd name="connsiteX18" fmla="*/ 749300 w 2381603"/>
                  <a:gd name="connsiteY18" fmla="*/ 1949096 h 2190427"/>
                  <a:gd name="connsiteX19" fmla="*/ 812800 w 2381603"/>
                  <a:gd name="connsiteY19" fmla="*/ 1999896 h 2190427"/>
                  <a:gd name="connsiteX20" fmla="*/ 863600 w 2381603"/>
                  <a:gd name="connsiteY20" fmla="*/ 1910996 h 2190427"/>
                  <a:gd name="connsiteX21" fmla="*/ 939800 w 2381603"/>
                  <a:gd name="connsiteY21" fmla="*/ 1961796 h 2190427"/>
                  <a:gd name="connsiteX22" fmla="*/ 939800 w 2381603"/>
                  <a:gd name="connsiteY22" fmla="*/ 1796696 h 2190427"/>
                  <a:gd name="connsiteX23" fmla="*/ 1054100 w 2381603"/>
                  <a:gd name="connsiteY23" fmla="*/ 1898296 h 2190427"/>
                  <a:gd name="connsiteX24" fmla="*/ 1054100 w 2381603"/>
                  <a:gd name="connsiteY24" fmla="*/ 1809396 h 2190427"/>
                  <a:gd name="connsiteX25" fmla="*/ 1155700 w 2381603"/>
                  <a:gd name="connsiteY25" fmla="*/ 1847496 h 2190427"/>
                  <a:gd name="connsiteX26" fmla="*/ 1155700 w 2381603"/>
                  <a:gd name="connsiteY26" fmla="*/ 1745896 h 2190427"/>
                  <a:gd name="connsiteX27" fmla="*/ 1244600 w 2381603"/>
                  <a:gd name="connsiteY27" fmla="*/ 1771296 h 2190427"/>
                  <a:gd name="connsiteX28" fmla="*/ 1206500 w 2381603"/>
                  <a:gd name="connsiteY28" fmla="*/ 1656996 h 2190427"/>
                  <a:gd name="connsiteX29" fmla="*/ 1308100 w 2381603"/>
                  <a:gd name="connsiteY29" fmla="*/ 1682396 h 2190427"/>
                  <a:gd name="connsiteX30" fmla="*/ 1282700 w 2381603"/>
                  <a:gd name="connsiteY30" fmla="*/ 1542696 h 2190427"/>
                  <a:gd name="connsiteX31" fmla="*/ 1498600 w 2381603"/>
                  <a:gd name="connsiteY31" fmla="*/ 1669696 h 2190427"/>
                  <a:gd name="connsiteX32" fmla="*/ 1282700 w 2381603"/>
                  <a:gd name="connsiteY32" fmla="*/ 1339496 h 2190427"/>
                  <a:gd name="connsiteX33" fmla="*/ 1600200 w 2381603"/>
                  <a:gd name="connsiteY33" fmla="*/ 1479196 h 2190427"/>
                  <a:gd name="connsiteX34" fmla="*/ 1206500 w 2381603"/>
                  <a:gd name="connsiteY34" fmla="*/ 1161696 h 2190427"/>
                  <a:gd name="connsiteX35" fmla="*/ 1612900 w 2381603"/>
                  <a:gd name="connsiteY35" fmla="*/ 1402996 h 2190427"/>
                  <a:gd name="connsiteX36" fmla="*/ 1168400 w 2381603"/>
                  <a:gd name="connsiteY36" fmla="*/ 1047396 h 2190427"/>
                  <a:gd name="connsiteX37" fmla="*/ 1651000 w 2381603"/>
                  <a:gd name="connsiteY37" fmla="*/ 1301396 h 2190427"/>
                  <a:gd name="connsiteX38" fmla="*/ 1257300 w 2381603"/>
                  <a:gd name="connsiteY38" fmla="*/ 945796 h 2190427"/>
                  <a:gd name="connsiteX39" fmla="*/ 1676400 w 2381603"/>
                  <a:gd name="connsiteY39" fmla="*/ 1199796 h 2190427"/>
                  <a:gd name="connsiteX40" fmla="*/ 1346200 w 2381603"/>
                  <a:gd name="connsiteY40" fmla="*/ 856896 h 2190427"/>
                  <a:gd name="connsiteX41" fmla="*/ 1752600 w 2381603"/>
                  <a:gd name="connsiteY41" fmla="*/ 1123596 h 2190427"/>
                  <a:gd name="connsiteX42" fmla="*/ 1409700 w 2381603"/>
                  <a:gd name="connsiteY42" fmla="*/ 780696 h 2190427"/>
                  <a:gd name="connsiteX43" fmla="*/ 1917700 w 2381603"/>
                  <a:gd name="connsiteY43" fmla="*/ 1110896 h 2190427"/>
                  <a:gd name="connsiteX44" fmla="*/ 1358900 w 2381603"/>
                  <a:gd name="connsiteY44" fmla="*/ 653696 h 2190427"/>
                  <a:gd name="connsiteX45" fmla="*/ 1892300 w 2381603"/>
                  <a:gd name="connsiteY45" fmla="*/ 983896 h 2190427"/>
                  <a:gd name="connsiteX46" fmla="*/ 1511300 w 2381603"/>
                  <a:gd name="connsiteY46" fmla="*/ 653696 h 2190427"/>
                  <a:gd name="connsiteX47" fmla="*/ 1943100 w 2381603"/>
                  <a:gd name="connsiteY47" fmla="*/ 882296 h 2190427"/>
                  <a:gd name="connsiteX48" fmla="*/ 1536700 w 2381603"/>
                  <a:gd name="connsiteY48" fmla="*/ 475896 h 2190427"/>
                  <a:gd name="connsiteX49" fmla="*/ 2044700 w 2381603"/>
                  <a:gd name="connsiteY49" fmla="*/ 704496 h 2190427"/>
                  <a:gd name="connsiteX50" fmla="*/ 1574800 w 2381603"/>
                  <a:gd name="connsiteY50" fmla="*/ 348896 h 2190427"/>
                  <a:gd name="connsiteX51" fmla="*/ 1968500 w 2381603"/>
                  <a:gd name="connsiteY51" fmla="*/ 564796 h 2190427"/>
                  <a:gd name="connsiteX52" fmla="*/ 1930400 w 2381603"/>
                  <a:gd name="connsiteY52" fmla="*/ 386996 h 2190427"/>
                  <a:gd name="connsiteX53" fmla="*/ 2032000 w 2381603"/>
                  <a:gd name="connsiteY53" fmla="*/ 437796 h 2190427"/>
                  <a:gd name="connsiteX54" fmla="*/ 2019300 w 2381603"/>
                  <a:gd name="connsiteY54" fmla="*/ 285396 h 2190427"/>
                  <a:gd name="connsiteX55" fmla="*/ 2159000 w 2381603"/>
                  <a:gd name="connsiteY55" fmla="*/ 361596 h 2190427"/>
                  <a:gd name="connsiteX56" fmla="*/ 2095500 w 2381603"/>
                  <a:gd name="connsiteY56" fmla="*/ 209196 h 2190427"/>
                  <a:gd name="connsiteX57" fmla="*/ 2209800 w 2381603"/>
                  <a:gd name="connsiteY57" fmla="*/ 272696 h 2190427"/>
                  <a:gd name="connsiteX58" fmla="*/ 2132242 w 2381603"/>
                  <a:gd name="connsiteY58" fmla="*/ 104170 h 2190427"/>
                  <a:gd name="connsiteX59" fmla="*/ 2286000 w 2381603"/>
                  <a:gd name="connsiteY59" fmla="*/ 259996 h 2190427"/>
                  <a:gd name="connsiteX60" fmla="*/ 2246813 w 2381603"/>
                  <a:gd name="connsiteY60" fmla="*/ 37243 h 2190427"/>
                  <a:gd name="connsiteX61" fmla="*/ 2374900 w 2381603"/>
                  <a:gd name="connsiteY61" fmla="*/ 196496 h 2190427"/>
                  <a:gd name="connsiteX62" fmla="*/ 2373813 w 2381603"/>
                  <a:gd name="connsiteY62" fmla="*/ 0 h 2190427"/>
                  <a:gd name="connsiteX0" fmla="*/ 0 w 2373813"/>
                  <a:gd name="connsiteY0" fmla="*/ 2088796 h 2190427"/>
                  <a:gd name="connsiteX1" fmla="*/ 50800 w 2373813"/>
                  <a:gd name="connsiteY1" fmla="*/ 2190396 h 2190427"/>
                  <a:gd name="connsiteX2" fmla="*/ 88900 w 2373813"/>
                  <a:gd name="connsiteY2" fmla="*/ 2088796 h 2190427"/>
                  <a:gd name="connsiteX3" fmla="*/ 139700 w 2373813"/>
                  <a:gd name="connsiteY3" fmla="*/ 2190396 h 2190427"/>
                  <a:gd name="connsiteX4" fmla="*/ 165100 w 2373813"/>
                  <a:gd name="connsiteY4" fmla="*/ 2076096 h 2190427"/>
                  <a:gd name="connsiteX5" fmla="*/ 241300 w 2373813"/>
                  <a:gd name="connsiteY5" fmla="*/ 2177696 h 2190427"/>
                  <a:gd name="connsiteX6" fmla="*/ 241300 w 2373813"/>
                  <a:gd name="connsiteY6" fmla="*/ 2025296 h 2190427"/>
                  <a:gd name="connsiteX7" fmla="*/ 317500 w 2373813"/>
                  <a:gd name="connsiteY7" fmla="*/ 2139596 h 2190427"/>
                  <a:gd name="connsiteX8" fmla="*/ 330200 w 2373813"/>
                  <a:gd name="connsiteY8" fmla="*/ 2050696 h 2190427"/>
                  <a:gd name="connsiteX9" fmla="*/ 406400 w 2373813"/>
                  <a:gd name="connsiteY9" fmla="*/ 2139596 h 2190427"/>
                  <a:gd name="connsiteX10" fmla="*/ 406400 w 2373813"/>
                  <a:gd name="connsiteY10" fmla="*/ 2037996 h 2190427"/>
                  <a:gd name="connsiteX11" fmla="*/ 469900 w 2373813"/>
                  <a:gd name="connsiteY11" fmla="*/ 2114196 h 2190427"/>
                  <a:gd name="connsiteX12" fmla="*/ 482600 w 2373813"/>
                  <a:gd name="connsiteY12" fmla="*/ 2012596 h 2190427"/>
                  <a:gd name="connsiteX13" fmla="*/ 571500 w 2373813"/>
                  <a:gd name="connsiteY13" fmla="*/ 2101496 h 2190427"/>
                  <a:gd name="connsiteX14" fmla="*/ 546100 w 2373813"/>
                  <a:gd name="connsiteY14" fmla="*/ 1961796 h 2190427"/>
                  <a:gd name="connsiteX15" fmla="*/ 609600 w 2373813"/>
                  <a:gd name="connsiteY15" fmla="*/ 2025296 h 2190427"/>
                  <a:gd name="connsiteX16" fmla="*/ 647700 w 2373813"/>
                  <a:gd name="connsiteY16" fmla="*/ 1961796 h 2190427"/>
                  <a:gd name="connsiteX17" fmla="*/ 736600 w 2373813"/>
                  <a:gd name="connsiteY17" fmla="*/ 2063396 h 2190427"/>
                  <a:gd name="connsiteX18" fmla="*/ 749300 w 2373813"/>
                  <a:gd name="connsiteY18" fmla="*/ 1949096 h 2190427"/>
                  <a:gd name="connsiteX19" fmla="*/ 812800 w 2373813"/>
                  <a:gd name="connsiteY19" fmla="*/ 1999896 h 2190427"/>
                  <a:gd name="connsiteX20" fmla="*/ 863600 w 2373813"/>
                  <a:gd name="connsiteY20" fmla="*/ 1910996 h 2190427"/>
                  <a:gd name="connsiteX21" fmla="*/ 939800 w 2373813"/>
                  <a:gd name="connsiteY21" fmla="*/ 1961796 h 2190427"/>
                  <a:gd name="connsiteX22" fmla="*/ 939800 w 2373813"/>
                  <a:gd name="connsiteY22" fmla="*/ 1796696 h 2190427"/>
                  <a:gd name="connsiteX23" fmla="*/ 1054100 w 2373813"/>
                  <a:gd name="connsiteY23" fmla="*/ 1898296 h 2190427"/>
                  <a:gd name="connsiteX24" fmla="*/ 1054100 w 2373813"/>
                  <a:gd name="connsiteY24" fmla="*/ 1809396 h 2190427"/>
                  <a:gd name="connsiteX25" fmla="*/ 1155700 w 2373813"/>
                  <a:gd name="connsiteY25" fmla="*/ 1847496 h 2190427"/>
                  <a:gd name="connsiteX26" fmla="*/ 1155700 w 2373813"/>
                  <a:gd name="connsiteY26" fmla="*/ 1745896 h 2190427"/>
                  <a:gd name="connsiteX27" fmla="*/ 1244600 w 2373813"/>
                  <a:gd name="connsiteY27" fmla="*/ 1771296 h 2190427"/>
                  <a:gd name="connsiteX28" fmla="*/ 1206500 w 2373813"/>
                  <a:gd name="connsiteY28" fmla="*/ 1656996 h 2190427"/>
                  <a:gd name="connsiteX29" fmla="*/ 1308100 w 2373813"/>
                  <a:gd name="connsiteY29" fmla="*/ 1682396 h 2190427"/>
                  <a:gd name="connsiteX30" fmla="*/ 1282700 w 2373813"/>
                  <a:gd name="connsiteY30" fmla="*/ 1542696 h 2190427"/>
                  <a:gd name="connsiteX31" fmla="*/ 1498600 w 2373813"/>
                  <a:gd name="connsiteY31" fmla="*/ 1669696 h 2190427"/>
                  <a:gd name="connsiteX32" fmla="*/ 1282700 w 2373813"/>
                  <a:gd name="connsiteY32" fmla="*/ 1339496 h 2190427"/>
                  <a:gd name="connsiteX33" fmla="*/ 1600200 w 2373813"/>
                  <a:gd name="connsiteY33" fmla="*/ 1479196 h 2190427"/>
                  <a:gd name="connsiteX34" fmla="*/ 1206500 w 2373813"/>
                  <a:gd name="connsiteY34" fmla="*/ 1161696 h 2190427"/>
                  <a:gd name="connsiteX35" fmla="*/ 1612900 w 2373813"/>
                  <a:gd name="connsiteY35" fmla="*/ 1402996 h 2190427"/>
                  <a:gd name="connsiteX36" fmla="*/ 1168400 w 2373813"/>
                  <a:gd name="connsiteY36" fmla="*/ 1047396 h 2190427"/>
                  <a:gd name="connsiteX37" fmla="*/ 1651000 w 2373813"/>
                  <a:gd name="connsiteY37" fmla="*/ 1301396 h 2190427"/>
                  <a:gd name="connsiteX38" fmla="*/ 1257300 w 2373813"/>
                  <a:gd name="connsiteY38" fmla="*/ 945796 h 2190427"/>
                  <a:gd name="connsiteX39" fmla="*/ 1676400 w 2373813"/>
                  <a:gd name="connsiteY39" fmla="*/ 1199796 h 2190427"/>
                  <a:gd name="connsiteX40" fmla="*/ 1346200 w 2373813"/>
                  <a:gd name="connsiteY40" fmla="*/ 856896 h 2190427"/>
                  <a:gd name="connsiteX41" fmla="*/ 1752600 w 2373813"/>
                  <a:gd name="connsiteY41" fmla="*/ 1123596 h 2190427"/>
                  <a:gd name="connsiteX42" fmla="*/ 1409700 w 2373813"/>
                  <a:gd name="connsiteY42" fmla="*/ 780696 h 2190427"/>
                  <a:gd name="connsiteX43" fmla="*/ 1917700 w 2373813"/>
                  <a:gd name="connsiteY43" fmla="*/ 1110896 h 2190427"/>
                  <a:gd name="connsiteX44" fmla="*/ 1358900 w 2373813"/>
                  <a:gd name="connsiteY44" fmla="*/ 653696 h 2190427"/>
                  <a:gd name="connsiteX45" fmla="*/ 1892300 w 2373813"/>
                  <a:gd name="connsiteY45" fmla="*/ 983896 h 2190427"/>
                  <a:gd name="connsiteX46" fmla="*/ 1511300 w 2373813"/>
                  <a:gd name="connsiteY46" fmla="*/ 653696 h 2190427"/>
                  <a:gd name="connsiteX47" fmla="*/ 1943100 w 2373813"/>
                  <a:gd name="connsiteY47" fmla="*/ 882296 h 2190427"/>
                  <a:gd name="connsiteX48" fmla="*/ 1536700 w 2373813"/>
                  <a:gd name="connsiteY48" fmla="*/ 475896 h 2190427"/>
                  <a:gd name="connsiteX49" fmla="*/ 2044700 w 2373813"/>
                  <a:gd name="connsiteY49" fmla="*/ 704496 h 2190427"/>
                  <a:gd name="connsiteX50" fmla="*/ 1574800 w 2373813"/>
                  <a:gd name="connsiteY50" fmla="*/ 348896 h 2190427"/>
                  <a:gd name="connsiteX51" fmla="*/ 1968500 w 2373813"/>
                  <a:gd name="connsiteY51" fmla="*/ 564796 h 2190427"/>
                  <a:gd name="connsiteX52" fmla="*/ 1930400 w 2373813"/>
                  <a:gd name="connsiteY52" fmla="*/ 386996 h 2190427"/>
                  <a:gd name="connsiteX53" fmla="*/ 2032000 w 2373813"/>
                  <a:gd name="connsiteY53" fmla="*/ 437796 h 2190427"/>
                  <a:gd name="connsiteX54" fmla="*/ 2019300 w 2373813"/>
                  <a:gd name="connsiteY54" fmla="*/ 285396 h 2190427"/>
                  <a:gd name="connsiteX55" fmla="*/ 2159000 w 2373813"/>
                  <a:gd name="connsiteY55" fmla="*/ 361596 h 2190427"/>
                  <a:gd name="connsiteX56" fmla="*/ 2095500 w 2373813"/>
                  <a:gd name="connsiteY56" fmla="*/ 209196 h 2190427"/>
                  <a:gd name="connsiteX57" fmla="*/ 2209800 w 2373813"/>
                  <a:gd name="connsiteY57" fmla="*/ 272696 h 2190427"/>
                  <a:gd name="connsiteX58" fmla="*/ 2132242 w 2373813"/>
                  <a:gd name="connsiteY58" fmla="*/ 104170 h 2190427"/>
                  <a:gd name="connsiteX59" fmla="*/ 2286000 w 2373813"/>
                  <a:gd name="connsiteY59" fmla="*/ 259996 h 2190427"/>
                  <a:gd name="connsiteX60" fmla="*/ 2246813 w 2373813"/>
                  <a:gd name="connsiteY60" fmla="*/ 37243 h 2190427"/>
                  <a:gd name="connsiteX61" fmla="*/ 2297071 w 2373813"/>
                  <a:gd name="connsiteY61" fmla="*/ 142269 h 2190427"/>
                  <a:gd name="connsiteX62" fmla="*/ 2373813 w 2373813"/>
                  <a:gd name="connsiteY62" fmla="*/ 0 h 2190427"/>
                  <a:gd name="connsiteX0" fmla="*/ 0 w 2373813"/>
                  <a:gd name="connsiteY0" fmla="*/ 2088796 h 2190427"/>
                  <a:gd name="connsiteX1" fmla="*/ 50800 w 2373813"/>
                  <a:gd name="connsiteY1" fmla="*/ 2190396 h 2190427"/>
                  <a:gd name="connsiteX2" fmla="*/ 88900 w 2373813"/>
                  <a:gd name="connsiteY2" fmla="*/ 2088796 h 2190427"/>
                  <a:gd name="connsiteX3" fmla="*/ 139700 w 2373813"/>
                  <a:gd name="connsiteY3" fmla="*/ 2190396 h 2190427"/>
                  <a:gd name="connsiteX4" fmla="*/ 165100 w 2373813"/>
                  <a:gd name="connsiteY4" fmla="*/ 2076096 h 2190427"/>
                  <a:gd name="connsiteX5" fmla="*/ 241300 w 2373813"/>
                  <a:gd name="connsiteY5" fmla="*/ 2177696 h 2190427"/>
                  <a:gd name="connsiteX6" fmla="*/ 241300 w 2373813"/>
                  <a:gd name="connsiteY6" fmla="*/ 2025296 h 2190427"/>
                  <a:gd name="connsiteX7" fmla="*/ 317500 w 2373813"/>
                  <a:gd name="connsiteY7" fmla="*/ 2139596 h 2190427"/>
                  <a:gd name="connsiteX8" fmla="*/ 330200 w 2373813"/>
                  <a:gd name="connsiteY8" fmla="*/ 2050696 h 2190427"/>
                  <a:gd name="connsiteX9" fmla="*/ 406400 w 2373813"/>
                  <a:gd name="connsiteY9" fmla="*/ 2139596 h 2190427"/>
                  <a:gd name="connsiteX10" fmla="*/ 406400 w 2373813"/>
                  <a:gd name="connsiteY10" fmla="*/ 2037996 h 2190427"/>
                  <a:gd name="connsiteX11" fmla="*/ 469900 w 2373813"/>
                  <a:gd name="connsiteY11" fmla="*/ 2114196 h 2190427"/>
                  <a:gd name="connsiteX12" fmla="*/ 482600 w 2373813"/>
                  <a:gd name="connsiteY12" fmla="*/ 2012596 h 2190427"/>
                  <a:gd name="connsiteX13" fmla="*/ 571500 w 2373813"/>
                  <a:gd name="connsiteY13" fmla="*/ 2101496 h 2190427"/>
                  <a:gd name="connsiteX14" fmla="*/ 546100 w 2373813"/>
                  <a:gd name="connsiteY14" fmla="*/ 1961796 h 2190427"/>
                  <a:gd name="connsiteX15" fmla="*/ 609600 w 2373813"/>
                  <a:gd name="connsiteY15" fmla="*/ 2025296 h 2190427"/>
                  <a:gd name="connsiteX16" fmla="*/ 647700 w 2373813"/>
                  <a:gd name="connsiteY16" fmla="*/ 1961796 h 2190427"/>
                  <a:gd name="connsiteX17" fmla="*/ 736600 w 2373813"/>
                  <a:gd name="connsiteY17" fmla="*/ 2063396 h 2190427"/>
                  <a:gd name="connsiteX18" fmla="*/ 749300 w 2373813"/>
                  <a:gd name="connsiteY18" fmla="*/ 1949096 h 2190427"/>
                  <a:gd name="connsiteX19" fmla="*/ 812800 w 2373813"/>
                  <a:gd name="connsiteY19" fmla="*/ 1999896 h 2190427"/>
                  <a:gd name="connsiteX20" fmla="*/ 863600 w 2373813"/>
                  <a:gd name="connsiteY20" fmla="*/ 1910996 h 2190427"/>
                  <a:gd name="connsiteX21" fmla="*/ 939800 w 2373813"/>
                  <a:gd name="connsiteY21" fmla="*/ 1961796 h 2190427"/>
                  <a:gd name="connsiteX22" fmla="*/ 939800 w 2373813"/>
                  <a:gd name="connsiteY22" fmla="*/ 1796696 h 2190427"/>
                  <a:gd name="connsiteX23" fmla="*/ 1054100 w 2373813"/>
                  <a:gd name="connsiteY23" fmla="*/ 1898296 h 2190427"/>
                  <a:gd name="connsiteX24" fmla="*/ 1054100 w 2373813"/>
                  <a:gd name="connsiteY24" fmla="*/ 1809396 h 2190427"/>
                  <a:gd name="connsiteX25" fmla="*/ 1155700 w 2373813"/>
                  <a:gd name="connsiteY25" fmla="*/ 1847496 h 2190427"/>
                  <a:gd name="connsiteX26" fmla="*/ 1155700 w 2373813"/>
                  <a:gd name="connsiteY26" fmla="*/ 1745896 h 2190427"/>
                  <a:gd name="connsiteX27" fmla="*/ 1244600 w 2373813"/>
                  <a:gd name="connsiteY27" fmla="*/ 1771296 h 2190427"/>
                  <a:gd name="connsiteX28" fmla="*/ 1206500 w 2373813"/>
                  <a:gd name="connsiteY28" fmla="*/ 1656996 h 2190427"/>
                  <a:gd name="connsiteX29" fmla="*/ 1308100 w 2373813"/>
                  <a:gd name="connsiteY29" fmla="*/ 1682396 h 2190427"/>
                  <a:gd name="connsiteX30" fmla="*/ 1282700 w 2373813"/>
                  <a:gd name="connsiteY30" fmla="*/ 1542696 h 2190427"/>
                  <a:gd name="connsiteX31" fmla="*/ 1498600 w 2373813"/>
                  <a:gd name="connsiteY31" fmla="*/ 1669696 h 2190427"/>
                  <a:gd name="connsiteX32" fmla="*/ 1282700 w 2373813"/>
                  <a:gd name="connsiteY32" fmla="*/ 1339496 h 2190427"/>
                  <a:gd name="connsiteX33" fmla="*/ 1600200 w 2373813"/>
                  <a:gd name="connsiteY33" fmla="*/ 1479196 h 2190427"/>
                  <a:gd name="connsiteX34" fmla="*/ 1206500 w 2373813"/>
                  <a:gd name="connsiteY34" fmla="*/ 1161696 h 2190427"/>
                  <a:gd name="connsiteX35" fmla="*/ 1612900 w 2373813"/>
                  <a:gd name="connsiteY35" fmla="*/ 1402996 h 2190427"/>
                  <a:gd name="connsiteX36" fmla="*/ 1168400 w 2373813"/>
                  <a:gd name="connsiteY36" fmla="*/ 1047396 h 2190427"/>
                  <a:gd name="connsiteX37" fmla="*/ 1651000 w 2373813"/>
                  <a:gd name="connsiteY37" fmla="*/ 1301396 h 2190427"/>
                  <a:gd name="connsiteX38" fmla="*/ 1257300 w 2373813"/>
                  <a:gd name="connsiteY38" fmla="*/ 945796 h 2190427"/>
                  <a:gd name="connsiteX39" fmla="*/ 1676400 w 2373813"/>
                  <a:gd name="connsiteY39" fmla="*/ 1199796 h 2190427"/>
                  <a:gd name="connsiteX40" fmla="*/ 1346200 w 2373813"/>
                  <a:gd name="connsiteY40" fmla="*/ 856896 h 2190427"/>
                  <a:gd name="connsiteX41" fmla="*/ 1752600 w 2373813"/>
                  <a:gd name="connsiteY41" fmla="*/ 1123596 h 2190427"/>
                  <a:gd name="connsiteX42" fmla="*/ 1409700 w 2373813"/>
                  <a:gd name="connsiteY42" fmla="*/ 780696 h 2190427"/>
                  <a:gd name="connsiteX43" fmla="*/ 1917700 w 2373813"/>
                  <a:gd name="connsiteY43" fmla="*/ 1110896 h 2190427"/>
                  <a:gd name="connsiteX44" fmla="*/ 1358900 w 2373813"/>
                  <a:gd name="connsiteY44" fmla="*/ 653696 h 2190427"/>
                  <a:gd name="connsiteX45" fmla="*/ 1892300 w 2373813"/>
                  <a:gd name="connsiteY45" fmla="*/ 983896 h 2190427"/>
                  <a:gd name="connsiteX46" fmla="*/ 1511300 w 2373813"/>
                  <a:gd name="connsiteY46" fmla="*/ 653696 h 2190427"/>
                  <a:gd name="connsiteX47" fmla="*/ 1943100 w 2373813"/>
                  <a:gd name="connsiteY47" fmla="*/ 882296 h 2190427"/>
                  <a:gd name="connsiteX48" fmla="*/ 1536700 w 2373813"/>
                  <a:gd name="connsiteY48" fmla="*/ 475896 h 2190427"/>
                  <a:gd name="connsiteX49" fmla="*/ 2044700 w 2373813"/>
                  <a:gd name="connsiteY49" fmla="*/ 704496 h 2190427"/>
                  <a:gd name="connsiteX50" fmla="*/ 1574800 w 2373813"/>
                  <a:gd name="connsiteY50" fmla="*/ 348896 h 2190427"/>
                  <a:gd name="connsiteX51" fmla="*/ 1968500 w 2373813"/>
                  <a:gd name="connsiteY51" fmla="*/ 564796 h 2190427"/>
                  <a:gd name="connsiteX52" fmla="*/ 1930400 w 2373813"/>
                  <a:gd name="connsiteY52" fmla="*/ 386996 h 2190427"/>
                  <a:gd name="connsiteX53" fmla="*/ 2032000 w 2373813"/>
                  <a:gd name="connsiteY53" fmla="*/ 437796 h 2190427"/>
                  <a:gd name="connsiteX54" fmla="*/ 2019300 w 2373813"/>
                  <a:gd name="connsiteY54" fmla="*/ 285396 h 2190427"/>
                  <a:gd name="connsiteX55" fmla="*/ 2159000 w 2373813"/>
                  <a:gd name="connsiteY55" fmla="*/ 361596 h 2190427"/>
                  <a:gd name="connsiteX56" fmla="*/ 2095500 w 2373813"/>
                  <a:gd name="connsiteY56" fmla="*/ 209196 h 2190427"/>
                  <a:gd name="connsiteX57" fmla="*/ 2209800 w 2373813"/>
                  <a:gd name="connsiteY57" fmla="*/ 272696 h 2190427"/>
                  <a:gd name="connsiteX58" fmla="*/ 2132242 w 2373813"/>
                  <a:gd name="connsiteY58" fmla="*/ 104170 h 2190427"/>
                  <a:gd name="connsiteX59" fmla="*/ 2208170 w 2373813"/>
                  <a:gd name="connsiteY59" fmla="*/ 219326 h 2190427"/>
                  <a:gd name="connsiteX60" fmla="*/ 2246813 w 2373813"/>
                  <a:gd name="connsiteY60" fmla="*/ 37243 h 2190427"/>
                  <a:gd name="connsiteX61" fmla="*/ 2297071 w 2373813"/>
                  <a:gd name="connsiteY61" fmla="*/ 142269 h 2190427"/>
                  <a:gd name="connsiteX62" fmla="*/ 2373813 w 2373813"/>
                  <a:gd name="connsiteY62" fmla="*/ 0 h 2190427"/>
                  <a:gd name="connsiteX0" fmla="*/ 0 w 2373813"/>
                  <a:gd name="connsiteY0" fmla="*/ 2088796 h 2190427"/>
                  <a:gd name="connsiteX1" fmla="*/ 50800 w 2373813"/>
                  <a:gd name="connsiteY1" fmla="*/ 2190396 h 2190427"/>
                  <a:gd name="connsiteX2" fmla="*/ 88900 w 2373813"/>
                  <a:gd name="connsiteY2" fmla="*/ 2088796 h 2190427"/>
                  <a:gd name="connsiteX3" fmla="*/ 139700 w 2373813"/>
                  <a:gd name="connsiteY3" fmla="*/ 2190396 h 2190427"/>
                  <a:gd name="connsiteX4" fmla="*/ 165100 w 2373813"/>
                  <a:gd name="connsiteY4" fmla="*/ 2076096 h 2190427"/>
                  <a:gd name="connsiteX5" fmla="*/ 241300 w 2373813"/>
                  <a:gd name="connsiteY5" fmla="*/ 2177696 h 2190427"/>
                  <a:gd name="connsiteX6" fmla="*/ 241300 w 2373813"/>
                  <a:gd name="connsiteY6" fmla="*/ 2025296 h 2190427"/>
                  <a:gd name="connsiteX7" fmla="*/ 317500 w 2373813"/>
                  <a:gd name="connsiteY7" fmla="*/ 2139596 h 2190427"/>
                  <a:gd name="connsiteX8" fmla="*/ 330200 w 2373813"/>
                  <a:gd name="connsiteY8" fmla="*/ 2050696 h 2190427"/>
                  <a:gd name="connsiteX9" fmla="*/ 406400 w 2373813"/>
                  <a:gd name="connsiteY9" fmla="*/ 2139596 h 2190427"/>
                  <a:gd name="connsiteX10" fmla="*/ 406400 w 2373813"/>
                  <a:gd name="connsiteY10" fmla="*/ 2037996 h 2190427"/>
                  <a:gd name="connsiteX11" fmla="*/ 469900 w 2373813"/>
                  <a:gd name="connsiteY11" fmla="*/ 2114196 h 2190427"/>
                  <a:gd name="connsiteX12" fmla="*/ 482600 w 2373813"/>
                  <a:gd name="connsiteY12" fmla="*/ 2012596 h 2190427"/>
                  <a:gd name="connsiteX13" fmla="*/ 571500 w 2373813"/>
                  <a:gd name="connsiteY13" fmla="*/ 2101496 h 2190427"/>
                  <a:gd name="connsiteX14" fmla="*/ 546100 w 2373813"/>
                  <a:gd name="connsiteY14" fmla="*/ 1961796 h 2190427"/>
                  <a:gd name="connsiteX15" fmla="*/ 609600 w 2373813"/>
                  <a:gd name="connsiteY15" fmla="*/ 2025296 h 2190427"/>
                  <a:gd name="connsiteX16" fmla="*/ 647700 w 2373813"/>
                  <a:gd name="connsiteY16" fmla="*/ 1961796 h 2190427"/>
                  <a:gd name="connsiteX17" fmla="*/ 736600 w 2373813"/>
                  <a:gd name="connsiteY17" fmla="*/ 2063396 h 2190427"/>
                  <a:gd name="connsiteX18" fmla="*/ 749300 w 2373813"/>
                  <a:gd name="connsiteY18" fmla="*/ 1949096 h 2190427"/>
                  <a:gd name="connsiteX19" fmla="*/ 812800 w 2373813"/>
                  <a:gd name="connsiteY19" fmla="*/ 1999896 h 2190427"/>
                  <a:gd name="connsiteX20" fmla="*/ 863600 w 2373813"/>
                  <a:gd name="connsiteY20" fmla="*/ 1910996 h 2190427"/>
                  <a:gd name="connsiteX21" fmla="*/ 939800 w 2373813"/>
                  <a:gd name="connsiteY21" fmla="*/ 1961796 h 2190427"/>
                  <a:gd name="connsiteX22" fmla="*/ 939800 w 2373813"/>
                  <a:gd name="connsiteY22" fmla="*/ 1796696 h 2190427"/>
                  <a:gd name="connsiteX23" fmla="*/ 1054100 w 2373813"/>
                  <a:gd name="connsiteY23" fmla="*/ 1898296 h 2190427"/>
                  <a:gd name="connsiteX24" fmla="*/ 1054100 w 2373813"/>
                  <a:gd name="connsiteY24" fmla="*/ 1809396 h 2190427"/>
                  <a:gd name="connsiteX25" fmla="*/ 1155700 w 2373813"/>
                  <a:gd name="connsiteY25" fmla="*/ 1847496 h 2190427"/>
                  <a:gd name="connsiteX26" fmla="*/ 1155700 w 2373813"/>
                  <a:gd name="connsiteY26" fmla="*/ 1745896 h 2190427"/>
                  <a:gd name="connsiteX27" fmla="*/ 1244600 w 2373813"/>
                  <a:gd name="connsiteY27" fmla="*/ 1771296 h 2190427"/>
                  <a:gd name="connsiteX28" fmla="*/ 1206500 w 2373813"/>
                  <a:gd name="connsiteY28" fmla="*/ 1656996 h 2190427"/>
                  <a:gd name="connsiteX29" fmla="*/ 1308100 w 2373813"/>
                  <a:gd name="connsiteY29" fmla="*/ 1682396 h 2190427"/>
                  <a:gd name="connsiteX30" fmla="*/ 1282700 w 2373813"/>
                  <a:gd name="connsiteY30" fmla="*/ 1542696 h 2190427"/>
                  <a:gd name="connsiteX31" fmla="*/ 1498600 w 2373813"/>
                  <a:gd name="connsiteY31" fmla="*/ 1669696 h 2190427"/>
                  <a:gd name="connsiteX32" fmla="*/ 1282700 w 2373813"/>
                  <a:gd name="connsiteY32" fmla="*/ 1339496 h 2190427"/>
                  <a:gd name="connsiteX33" fmla="*/ 1600200 w 2373813"/>
                  <a:gd name="connsiteY33" fmla="*/ 1479196 h 2190427"/>
                  <a:gd name="connsiteX34" fmla="*/ 1206500 w 2373813"/>
                  <a:gd name="connsiteY34" fmla="*/ 1161696 h 2190427"/>
                  <a:gd name="connsiteX35" fmla="*/ 1612900 w 2373813"/>
                  <a:gd name="connsiteY35" fmla="*/ 1402996 h 2190427"/>
                  <a:gd name="connsiteX36" fmla="*/ 1168400 w 2373813"/>
                  <a:gd name="connsiteY36" fmla="*/ 1047396 h 2190427"/>
                  <a:gd name="connsiteX37" fmla="*/ 1651000 w 2373813"/>
                  <a:gd name="connsiteY37" fmla="*/ 1301396 h 2190427"/>
                  <a:gd name="connsiteX38" fmla="*/ 1257300 w 2373813"/>
                  <a:gd name="connsiteY38" fmla="*/ 945796 h 2190427"/>
                  <a:gd name="connsiteX39" fmla="*/ 1676400 w 2373813"/>
                  <a:gd name="connsiteY39" fmla="*/ 1199796 h 2190427"/>
                  <a:gd name="connsiteX40" fmla="*/ 1346200 w 2373813"/>
                  <a:gd name="connsiteY40" fmla="*/ 856896 h 2190427"/>
                  <a:gd name="connsiteX41" fmla="*/ 1752600 w 2373813"/>
                  <a:gd name="connsiteY41" fmla="*/ 1123596 h 2190427"/>
                  <a:gd name="connsiteX42" fmla="*/ 1409700 w 2373813"/>
                  <a:gd name="connsiteY42" fmla="*/ 780696 h 2190427"/>
                  <a:gd name="connsiteX43" fmla="*/ 1917700 w 2373813"/>
                  <a:gd name="connsiteY43" fmla="*/ 1110896 h 2190427"/>
                  <a:gd name="connsiteX44" fmla="*/ 1358900 w 2373813"/>
                  <a:gd name="connsiteY44" fmla="*/ 653696 h 2190427"/>
                  <a:gd name="connsiteX45" fmla="*/ 1892300 w 2373813"/>
                  <a:gd name="connsiteY45" fmla="*/ 983896 h 2190427"/>
                  <a:gd name="connsiteX46" fmla="*/ 1511300 w 2373813"/>
                  <a:gd name="connsiteY46" fmla="*/ 653696 h 2190427"/>
                  <a:gd name="connsiteX47" fmla="*/ 1943100 w 2373813"/>
                  <a:gd name="connsiteY47" fmla="*/ 882296 h 2190427"/>
                  <a:gd name="connsiteX48" fmla="*/ 1536700 w 2373813"/>
                  <a:gd name="connsiteY48" fmla="*/ 475896 h 2190427"/>
                  <a:gd name="connsiteX49" fmla="*/ 2044700 w 2373813"/>
                  <a:gd name="connsiteY49" fmla="*/ 704496 h 2190427"/>
                  <a:gd name="connsiteX50" fmla="*/ 1574800 w 2373813"/>
                  <a:gd name="connsiteY50" fmla="*/ 348896 h 2190427"/>
                  <a:gd name="connsiteX51" fmla="*/ 1968500 w 2373813"/>
                  <a:gd name="connsiteY51" fmla="*/ 564796 h 2190427"/>
                  <a:gd name="connsiteX52" fmla="*/ 1930400 w 2373813"/>
                  <a:gd name="connsiteY52" fmla="*/ 386996 h 2190427"/>
                  <a:gd name="connsiteX53" fmla="*/ 2032000 w 2373813"/>
                  <a:gd name="connsiteY53" fmla="*/ 437796 h 2190427"/>
                  <a:gd name="connsiteX54" fmla="*/ 1980385 w 2373813"/>
                  <a:gd name="connsiteY54" fmla="*/ 298953 h 2190427"/>
                  <a:gd name="connsiteX55" fmla="*/ 2159000 w 2373813"/>
                  <a:gd name="connsiteY55" fmla="*/ 361596 h 2190427"/>
                  <a:gd name="connsiteX56" fmla="*/ 2095500 w 2373813"/>
                  <a:gd name="connsiteY56" fmla="*/ 209196 h 2190427"/>
                  <a:gd name="connsiteX57" fmla="*/ 2209800 w 2373813"/>
                  <a:gd name="connsiteY57" fmla="*/ 272696 h 2190427"/>
                  <a:gd name="connsiteX58" fmla="*/ 2132242 w 2373813"/>
                  <a:gd name="connsiteY58" fmla="*/ 104170 h 2190427"/>
                  <a:gd name="connsiteX59" fmla="*/ 2208170 w 2373813"/>
                  <a:gd name="connsiteY59" fmla="*/ 219326 h 2190427"/>
                  <a:gd name="connsiteX60" fmla="*/ 2246813 w 2373813"/>
                  <a:gd name="connsiteY60" fmla="*/ 37243 h 2190427"/>
                  <a:gd name="connsiteX61" fmla="*/ 2297071 w 2373813"/>
                  <a:gd name="connsiteY61" fmla="*/ 142269 h 2190427"/>
                  <a:gd name="connsiteX62" fmla="*/ 2373813 w 2373813"/>
                  <a:gd name="connsiteY62" fmla="*/ 0 h 2190427"/>
                  <a:gd name="connsiteX0" fmla="*/ 0 w 2373813"/>
                  <a:gd name="connsiteY0" fmla="*/ 2088796 h 2190427"/>
                  <a:gd name="connsiteX1" fmla="*/ 50800 w 2373813"/>
                  <a:gd name="connsiteY1" fmla="*/ 2190396 h 2190427"/>
                  <a:gd name="connsiteX2" fmla="*/ 88900 w 2373813"/>
                  <a:gd name="connsiteY2" fmla="*/ 2088796 h 2190427"/>
                  <a:gd name="connsiteX3" fmla="*/ 139700 w 2373813"/>
                  <a:gd name="connsiteY3" fmla="*/ 2190396 h 2190427"/>
                  <a:gd name="connsiteX4" fmla="*/ 165100 w 2373813"/>
                  <a:gd name="connsiteY4" fmla="*/ 2076096 h 2190427"/>
                  <a:gd name="connsiteX5" fmla="*/ 241300 w 2373813"/>
                  <a:gd name="connsiteY5" fmla="*/ 2177696 h 2190427"/>
                  <a:gd name="connsiteX6" fmla="*/ 241300 w 2373813"/>
                  <a:gd name="connsiteY6" fmla="*/ 2025296 h 2190427"/>
                  <a:gd name="connsiteX7" fmla="*/ 317500 w 2373813"/>
                  <a:gd name="connsiteY7" fmla="*/ 2139596 h 2190427"/>
                  <a:gd name="connsiteX8" fmla="*/ 330200 w 2373813"/>
                  <a:gd name="connsiteY8" fmla="*/ 2050696 h 2190427"/>
                  <a:gd name="connsiteX9" fmla="*/ 406400 w 2373813"/>
                  <a:gd name="connsiteY9" fmla="*/ 2139596 h 2190427"/>
                  <a:gd name="connsiteX10" fmla="*/ 406400 w 2373813"/>
                  <a:gd name="connsiteY10" fmla="*/ 2037996 h 2190427"/>
                  <a:gd name="connsiteX11" fmla="*/ 469900 w 2373813"/>
                  <a:gd name="connsiteY11" fmla="*/ 2114196 h 2190427"/>
                  <a:gd name="connsiteX12" fmla="*/ 482600 w 2373813"/>
                  <a:gd name="connsiteY12" fmla="*/ 2012596 h 2190427"/>
                  <a:gd name="connsiteX13" fmla="*/ 571500 w 2373813"/>
                  <a:gd name="connsiteY13" fmla="*/ 2101496 h 2190427"/>
                  <a:gd name="connsiteX14" fmla="*/ 546100 w 2373813"/>
                  <a:gd name="connsiteY14" fmla="*/ 1961796 h 2190427"/>
                  <a:gd name="connsiteX15" fmla="*/ 609600 w 2373813"/>
                  <a:gd name="connsiteY15" fmla="*/ 2025296 h 2190427"/>
                  <a:gd name="connsiteX16" fmla="*/ 647700 w 2373813"/>
                  <a:gd name="connsiteY16" fmla="*/ 1961796 h 2190427"/>
                  <a:gd name="connsiteX17" fmla="*/ 736600 w 2373813"/>
                  <a:gd name="connsiteY17" fmla="*/ 2063396 h 2190427"/>
                  <a:gd name="connsiteX18" fmla="*/ 749300 w 2373813"/>
                  <a:gd name="connsiteY18" fmla="*/ 1949096 h 2190427"/>
                  <a:gd name="connsiteX19" fmla="*/ 812800 w 2373813"/>
                  <a:gd name="connsiteY19" fmla="*/ 1999896 h 2190427"/>
                  <a:gd name="connsiteX20" fmla="*/ 863600 w 2373813"/>
                  <a:gd name="connsiteY20" fmla="*/ 1910996 h 2190427"/>
                  <a:gd name="connsiteX21" fmla="*/ 939800 w 2373813"/>
                  <a:gd name="connsiteY21" fmla="*/ 1961796 h 2190427"/>
                  <a:gd name="connsiteX22" fmla="*/ 939800 w 2373813"/>
                  <a:gd name="connsiteY22" fmla="*/ 1796696 h 2190427"/>
                  <a:gd name="connsiteX23" fmla="*/ 1054100 w 2373813"/>
                  <a:gd name="connsiteY23" fmla="*/ 1898296 h 2190427"/>
                  <a:gd name="connsiteX24" fmla="*/ 1054100 w 2373813"/>
                  <a:gd name="connsiteY24" fmla="*/ 1809396 h 2190427"/>
                  <a:gd name="connsiteX25" fmla="*/ 1155700 w 2373813"/>
                  <a:gd name="connsiteY25" fmla="*/ 1847496 h 2190427"/>
                  <a:gd name="connsiteX26" fmla="*/ 1155700 w 2373813"/>
                  <a:gd name="connsiteY26" fmla="*/ 1745896 h 2190427"/>
                  <a:gd name="connsiteX27" fmla="*/ 1244600 w 2373813"/>
                  <a:gd name="connsiteY27" fmla="*/ 1771296 h 2190427"/>
                  <a:gd name="connsiteX28" fmla="*/ 1206500 w 2373813"/>
                  <a:gd name="connsiteY28" fmla="*/ 1656996 h 2190427"/>
                  <a:gd name="connsiteX29" fmla="*/ 1308100 w 2373813"/>
                  <a:gd name="connsiteY29" fmla="*/ 1682396 h 2190427"/>
                  <a:gd name="connsiteX30" fmla="*/ 1282700 w 2373813"/>
                  <a:gd name="connsiteY30" fmla="*/ 1542696 h 2190427"/>
                  <a:gd name="connsiteX31" fmla="*/ 1498600 w 2373813"/>
                  <a:gd name="connsiteY31" fmla="*/ 1669696 h 2190427"/>
                  <a:gd name="connsiteX32" fmla="*/ 1282700 w 2373813"/>
                  <a:gd name="connsiteY32" fmla="*/ 1339496 h 2190427"/>
                  <a:gd name="connsiteX33" fmla="*/ 1600200 w 2373813"/>
                  <a:gd name="connsiteY33" fmla="*/ 1479196 h 2190427"/>
                  <a:gd name="connsiteX34" fmla="*/ 1206500 w 2373813"/>
                  <a:gd name="connsiteY34" fmla="*/ 1161696 h 2190427"/>
                  <a:gd name="connsiteX35" fmla="*/ 1612900 w 2373813"/>
                  <a:gd name="connsiteY35" fmla="*/ 1402996 h 2190427"/>
                  <a:gd name="connsiteX36" fmla="*/ 1168400 w 2373813"/>
                  <a:gd name="connsiteY36" fmla="*/ 1047396 h 2190427"/>
                  <a:gd name="connsiteX37" fmla="*/ 1651000 w 2373813"/>
                  <a:gd name="connsiteY37" fmla="*/ 1301396 h 2190427"/>
                  <a:gd name="connsiteX38" fmla="*/ 1257300 w 2373813"/>
                  <a:gd name="connsiteY38" fmla="*/ 945796 h 2190427"/>
                  <a:gd name="connsiteX39" fmla="*/ 1676400 w 2373813"/>
                  <a:gd name="connsiteY39" fmla="*/ 1199796 h 2190427"/>
                  <a:gd name="connsiteX40" fmla="*/ 1346200 w 2373813"/>
                  <a:gd name="connsiteY40" fmla="*/ 856896 h 2190427"/>
                  <a:gd name="connsiteX41" fmla="*/ 1752600 w 2373813"/>
                  <a:gd name="connsiteY41" fmla="*/ 1123596 h 2190427"/>
                  <a:gd name="connsiteX42" fmla="*/ 1409700 w 2373813"/>
                  <a:gd name="connsiteY42" fmla="*/ 780696 h 2190427"/>
                  <a:gd name="connsiteX43" fmla="*/ 1917700 w 2373813"/>
                  <a:gd name="connsiteY43" fmla="*/ 1110896 h 2190427"/>
                  <a:gd name="connsiteX44" fmla="*/ 1358900 w 2373813"/>
                  <a:gd name="connsiteY44" fmla="*/ 653696 h 2190427"/>
                  <a:gd name="connsiteX45" fmla="*/ 1892300 w 2373813"/>
                  <a:gd name="connsiteY45" fmla="*/ 983896 h 2190427"/>
                  <a:gd name="connsiteX46" fmla="*/ 1511300 w 2373813"/>
                  <a:gd name="connsiteY46" fmla="*/ 653696 h 2190427"/>
                  <a:gd name="connsiteX47" fmla="*/ 1943100 w 2373813"/>
                  <a:gd name="connsiteY47" fmla="*/ 882296 h 2190427"/>
                  <a:gd name="connsiteX48" fmla="*/ 1536700 w 2373813"/>
                  <a:gd name="connsiteY48" fmla="*/ 475896 h 2190427"/>
                  <a:gd name="connsiteX49" fmla="*/ 2044700 w 2373813"/>
                  <a:gd name="connsiteY49" fmla="*/ 704496 h 2190427"/>
                  <a:gd name="connsiteX50" fmla="*/ 1574800 w 2373813"/>
                  <a:gd name="connsiteY50" fmla="*/ 348896 h 2190427"/>
                  <a:gd name="connsiteX51" fmla="*/ 1968500 w 2373813"/>
                  <a:gd name="connsiteY51" fmla="*/ 564796 h 2190427"/>
                  <a:gd name="connsiteX52" fmla="*/ 1891486 w 2373813"/>
                  <a:gd name="connsiteY52" fmla="*/ 414109 h 2190427"/>
                  <a:gd name="connsiteX53" fmla="*/ 2032000 w 2373813"/>
                  <a:gd name="connsiteY53" fmla="*/ 437796 h 2190427"/>
                  <a:gd name="connsiteX54" fmla="*/ 1980385 w 2373813"/>
                  <a:gd name="connsiteY54" fmla="*/ 298953 h 2190427"/>
                  <a:gd name="connsiteX55" fmla="*/ 2159000 w 2373813"/>
                  <a:gd name="connsiteY55" fmla="*/ 361596 h 2190427"/>
                  <a:gd name="connsiteX56" fmla="*/ 2095500 w 2373813"/>
                  <a:gd name="connsiteY56" fmla="*/ 209196 h 2190427"/>
                  <a:gd name="connsiteX57" fmla="*/ 2209800 w 2373813"/>
                  <a:gd name="connsiteY57" fmla="*/ 272696 h 2190427"/>
                  <a:gd name="connsiteX58" fmla="*/ 2132242 w 2373813"/>
                  <a:gd name="connsiteY58" fmla="*/ 104170 h 2190427"/>
                  <a:gd name="connsiteX59" fmla="*/ 2208170 w 2373813"/>
                  <a:gd name="connsiteY59" fmla="*/ 219326 h 2190427"/>
                  <a:gd name="connsiteX60" fmla="*/ 2246813 w 2373813"/>
                  <a:gd name="connsiteY60" fmla="*/ 37243 h 2190427"/>
                  <a:gd name="connsiteX61" fmla="*/ 2297071 w 2373813"/>
                  <a:gd name="connsiteY61" fmla="*/ 142269 h 2190427"/>
                  <a:gd name="connsiteX62" fmla="*/ 2373813 w 2373813"/>
                  <a:gd name="connsiteY62" fmla="*/ 0 h 2190427"/>
                  <a:gd name="connsiteX0" fmla="*/ 0 w 2373813"/>
                  <a:gd name="connsiteY0" fmla="*/ 2088796 h 2190427"/>
                  <a:gd name="connsiteX1" fmla="*/ 50800 w 2373813"/>
                  <a:gd name="connsiteY1" fmla="*/ 2190396 h 2190427"/>
                  <a:gd name="connsiteX2" fmla="*/ 88900 w 2373813"/>
                  <a:gd name="connsiteY2" fmla="*/ 2088796 h 2190427"/>
                  <a:gd name="connsiteX3" fmla="*/ 139700 w 2373813"/>
                  <a:gd name="connsiteY3" fmla="*/ 2190396 h 2190427"/>
                  <a:gd name="connsiteX4" fmla="*/ 165100 w 2373813"/>
                  <a:gd name="connsiteY4" fmla="*/ 2076096 h 2190427"/>
                  <a:gd name="connsiteX5" fmla="*/ 241300 w 2373813"/>
                  <a:gd name="connsiteY5" fmla="*/ 2177696 h 2190427"/>
                  <a:gd name="connsiteX6" fmla="*/ 241300 w 2373813"/>
                  <a:gd name="connsiteY6" fmla="*/ 2025296 h 2190427"/>
                  <a:gd name="connsiteX7" fmla="*/ 317500 w 2373813"/>
                  <a:gd name="connsiteY7" fmla="*/ 2139596 h 2190427"/>
                  <a:gd name="connsiteX8" fmla="*/ 330200 w 2373813"/>
                  <a:gd name="connsiteY8" fmla="*/ 2050696 h 2190427"/>
                  <a:gd name="connsiteX9" fmla="*/ 406400 w 2373813"/>
                  <a:gd name="connsiteY9" fmla="*/ 2139596 h 2190427"/>
                  <a:gd name="connsiteX10" fmla="*/ 406400 w 2373813"/>
                  <a:gd name="connsiteY10" fmla="*/ 2037996 h 2190427"/>
                  <a:gd name="connsiteX11" fmla="*/ 469900 w 2373813"/>
                  <a:gd name="connsiteY11" fmla="*/ 2114196 h 2190427"/>
                  <a:gd name="connsiteX12" fmla="*/ 482600 w 2373813"/>
                  <a:gd name="connsiteY12" fmla="*/ 2012596 h 2190427"/>
                  <a:gd name="connsiteX13" fmla="*/ 571500 w 2373813"/>
                  <a:gd name="connsiteY13" fmla="*/ 2101496 h 2190427"/>
                  <a:gd name="connsiteX14" fmla="*/ 546100 w 2373813"/>
                  <a:gd name="connsiteY14" fmla="*/ 1961796 h 2190427"/>
                  <a:gd name="connsiteX15" fmla="*/ 609600 w 2373813"/>
                  <a:gd name="connsiteY15" fmla="*/ 2025296 h 2190427"/>
                  <a:gd name="connsiteX16" fmla="*/ 647700 w 2373813"/>
                  <a:gd name="connsiteY16" fmla="*/ 1961796 h 2190427"/>
                  <a:gd name="connsiteX17" fmla="*/ 736600 w 2373813"/>
                  <a:gd name="connsiteY17" fmla="*/ 2063396 h 2190427"/>
                  <a:gd name="connsiteX18" fmla="*/ 749300 w 2373813"/>
                  <a:gd name="connsiteY18" fmla="*/ 1949096 h 2190427"/>
                  <a:gd name="connsiteX19" fmla="*/ 812800 w 2373813"/>
                  <a:gd name="connsiteY19" fmla="*/ 1999896 h 2190427"/>
                  <a:gd name="connsiteX20" fmla="*/ 863600 w 2373813"/>
                  <a:gd name="connsiteY20" fmla="*/ 1910996 h 2190427"/>
                  <a:gd name="connsiteX21" fmla="*/ 939800 w 2373813"/>
                  <a:gd name="connsiteY21" fmla="*/ 1961796 h 2190427"/>
                  <a:gd name="connsiteX22" fmla="*/ 939800 w 2373813"/>
                  <a:gd name="connsiteY22" fmla="*/ 1796696 h 2190427"/>
                  <a:gd name="connsiteX23" fmla="*/ 1054100 w 2373813"/>
                  <a:gd name="connsiteY23" fmla="*/ 1898296 h 2190427"/>
                  <a:gd name="connsiteX24" fmla="*/ 1054100 w 2373813"/>
                  <a:gd name="connsiteY24" fmla="*/ 1809396 h 2190427"/>
                  <a:gd name="connsiteX25" fmla="*/ 1155700 w 2373813"/>
                  <a:gd name="connsiteY25" fmla="*/ 1847496 h 2190427"/>
                  <a:gd name="connsiteX26" fmla="*/ 1155700 w 2373813"/>
                  <a:gd name="connsiteY26" fmla="*/ 1745896 h 2190427"/>
                  <a:gd name="connsiteX27" fmla="*/ 1244600 w 2373813"/>
                  <a:gd name="connsiteY27" fmla="*/ 1771296 h 2190427"/>
                  <a:gd name="connsiteX28" fmla="*/ 1206500 w 2373813"/>
                  <a:gd name="connsiteY28" fmla="*/ 1656996 h 2190427"/>
                  <a:gd name="connsiteX29" fmla="*/ 1308100 w 2373813"/>
                  <a:gd name="connsiteY29" fmla="*/ 1682396 h 2190427"/>
                  <a:gd name="connsiteX30" fmla="*/ 1282700 w 2373813"/>
                  <a:gd name="connsiteY30" fmla="*/ 1542696 h 2190427"/>
                  <a:gd name="connsiteX31" fmla="*/ 1498600 w 2373813"/>
                  <a:gd name="connsiteY31" fmla="*/ 1669696 h 2190427"/>
                  <a:gd name="connsiteX32" fmla="*/ 1282700 w 2373813"/>
                  <a:gd name="connsiteY32" fmla="*/ 1339496 h 2190427"/>
                  <a:gd name="connsiteX33" fmla="*/ 1600200 w 2373813"/>
                  <a:gd name="connsiteY33" fmla="*/ 1479196 h 2190427"/>
                  <a:gd name="connsiteX34" fmla="*/ 1206500 w 2373813"/>
                  <a:gd name="connsiteY34" fmla="*/ 1161696 h 2190427"/>
                  <a:gd name="connsiteX35" fmla="*/ 1612900 w 2373813"/>
                  <a:gd name="connsiteY35" fmla="*/ 1402996 h 2190427"/>
                  <a:gd name="connsiteX36" fmla="*/ 1168400 w 2373813"/>
                  <a:gd name="connsiteY36" fmla="*/ 1047396 h 2190427"/>
                  <a:gd name="connsiteX37" fmla="*/ 1651000 w 2373813"/>
                  <a:gd name="connsiteY37" fmla="*/ 1301396 h 2190427"/>
                  <a:gd name="connsiteX38" fmla="*/ 1257300 w 2373813"/>
                  <a:gd name="connsiteY38" fmla="*/ 945796 h 2190427"/>
                  <a:gd name="connsiteX39" fmla="*/ 1676400 w 2373813"/>
                  <a:gd name="connsiteY39" fmla="*/ 1199796 h 2190427"/>
                  <a:gd name="connsiteX40" fmla="*/ 1346200 w 2373813"/>
                  <a:gd name="connsiteY40" fmla="*/ 856896 h 2190427"/>
                  <a:gd name="connsiteX41" fmla="*/ 1752600 w 2373813"/>
                  <a:gd name="connsiteY41" fmla="*/ 1123596 h 2190427"/>
                  <a:gd name="connsiteX42" fmla="*/ 1409700 w 2373813"/>
                  <a:gd name="connsiteY42" fmla="*/ 780696 h 2190427"/>
                  <a:gd name="connsiteX43" fmla="*/ 1917700 w 2373813"/>
                  <a:gd name="connsiteY43" fmla="*/ 1110896 h 2190427"/>
                  <a:gd name="connsiteX44" fmla="*/ 1358900 w 2373813"/>
                  <a:gd name="connsiteY44" fmla="*/ 653696 h 2190427"/>
                  <a:gd name="connsiteX45" fmla="*/ 1892300 w 2373813"/>
                  <a:gd name="connsiteY45" fmla="*/ 983896 h 2190427"/>
                  <a:gd name="connsiteX46" fmla="*/ 1511300 w 2373813"/>
                  <a:gd name="connsiteY46" fmla="*/ 653696 h 2190427"/>
                  <a:gd name="connsiteX47" fmla="*/ 1943100 w 2373813"/>
                  <a:gd name="connsiteY47" fmla="*/ 882296 h 2190427"/>
                  <a:gd name="connsiteX48" fmla="*/ 1536700 w 2373813"/>
                  <a:gd name="connsiteY48" fmla="*/ 475896 h 2190427"/>
                  <a:gd name="connsiteX49" fmla="*/ 2044700 w 2373813"/>
                  <a:gd name="connsiteY49" fmla="*/ 704496 h 2190427"/>
                  <a:gd name="connsiteX50" fmla="*/ 1574800 w 2373813"/>
                  <a:gd name="connsiteY50" fmla="*/ 348896 h 2190427"/>
                  <a:gd name="connsiteX51" fmla="*/ 1968500 w 2373813"/>
                  <a:gd name="connsiteY51" fmla="*/ 564796 h 2190427"/>
                  <a:gd name="connsiteX52" fmla="*/ 1891486 w 2373813"/>
                  <a:gd name="connsiteY52" fmla="*/ 414109 h 2190427"/>
                  <a:gd name="connsiteX53" fmla="*/ 2032000 w 2373813"/>
                  <a:gd name="connsiteY53" fmla="*/ 437796 h 2190427"/>
                  <a:gd name="connsiteX54" fmla="*/ 1980385 w 2373813"/>
                  <a:gd name="connsiteY54" fmla="*/ 298953 h 2190427"/>
                  <a:gd name="connsiteX55" fmla="*/ 2159000 w 2373813"/>
                  <a:gd name="connsiteY55" fmla="*/ 361596 h 2190427"/>
                  <a:gd name="connsiteX56" fmla="*/ 2095500 w 2373813"/>
                  <a:gd name="connsiteY56" fmla="*/ 209196 h 2190427"/>
                  <a:gd name="connsiteX57" fmla="*/ 2209800 w 2373813"/>
                  <a:gd name="connsiteY57" fmla="*/ 272696 h 2190427"/>
                  <a:gd name="connsiteX58" fmla="*/ 2132242 w 2373813"/>
                  <a:gd name="connsiteY58" fmla="*/ 104170 h 2190427"/>
                  <a:gd name="connsiteX59" fmla="*/ 2286000 w 2373813"/>
                  <a:gd name="connsiteY59" fmla="*/ 246440 h 2190427"/>
                  <a:gd name="connsiteX60" fmla="*/ 2246813 w 2373813"/>
                  <a:gd name="connsiteY60" fmla="*/ 37243 h 2190427"/>
                  <a:gd name="connsiteX61" fmla="*/ 2297071 w 2373813"/>
                  <a:gd name="connsiteY61" fmla="*/ 142269 h 2190427"/>
                  <a:gd name="connsiteX62" fmla="*/ 2373813 w 2373813"/>
                  <a:gd name="connsiteY62" fmla="*/ 0 h 2190427"/>
                  <a:gd name="connsiteX0" fmla="*/ 0 w 2373813"/>
                  <a:gd name="connsiteY0" fmla="*/ 2170136 h 2271767"/>
                  <a:gd name="connsiteX1" fmla="*/ 50800 w 2373813"/>
                  <a:gd name="connsiteY1" fmla="*/ 2271736 h 2271767"/>
                  <a:gd name="connsiteX2" fmla="*/ 88900 w 2373813"/>
                  <a:gd name="connsiteY2" fmla="*/ 2170136 h 2271767"/>
                  <a:gd name="connsiteX3" fmla="*/ 139700 w 2373813"/>
                  <a:gd name="connsiteY3" fmla="*/ 2271736 h 2271767"/>
                  <a:gd name="connsiteX4" fmla="*/ 165100 w 2373813"/>
                  <a:gd name="connsiteY4" fmla="*/ 2157436 h 2271767"/>
                  <a:gd name="connsiteX5" fmla="*/ 241300 w 2373813"/>
                  <a:gd name="connsiteY5" fmla="*/ 2259036 h 2271767"/>
                  <a:gd name="connsiteX6" fmla="*/ 241300 w 2373813"/>
                  <a:gd name="connsiteY6" fmla="*/ 2106636 h 2271767"/>
                  <a:gd name="connsiteX7" fmla="*/ 317500 w 2373813"/>
                  <a:gd name="connsiteY7" fmla="*/ 2220936 h 2271767"/>
                  <a:gd name="connsiteX8" fmla="*/ 330200 w 2373813"/>
                  <a:gd name="connsiteY8" fmla="*/ 2132036 h 2271767"/>
                  <a:gd name="connsiteX9" fmla="*/ 406400 w 2373813"/>
                  <a:gd name="connsiteY9" fmla="*/ 2220936 h 2271767"/>
                  <a:gd name="connsiteX10" fmla="*/ 406400 w 2373813"/>
                  <a:gd name="connsiteY10" fmla="*/ 2119336 h 2271767"/>
                  <a:gd name="connsiteX11" fmla="*/ 469900 w 2373813"/>
                  <a:gd name="connsiteY11" fmla="*/ 2195536 h 2271767"/>
                  <a:gd name="connsiteX12" fmla="*/ 482600 w 2373813"/>
                  <a:gd name="connsiteY12" fmla="*/ 2093936 h 2271767"/>
                  <a:gd name="connsiteX13" fmla="*/ 571500 w 2373813"/>
                  <a:gd name="connsiteY13" fmla="*/ 2182836 h 2271767"/>
                  <a:gd name="connsiteX14" fmla="*/ 546100 w 2373813"/>
                  <a:gd name="connsiteY14" fmla="*/ 2043136 h 2271767"/>
                  <a:gd name="connsiteX15" fmla="*/ 609600 w 2373813"/>
                  <a:gd name="connsiteY15" fmla="*/ 2106636 h 2271767"/>
                  <a:gd name="connsiteX16" fmla="*/ 647700 w 2373813"/>
                  <a:gd name="connsiteY16" fmla="*/ 2043136 h 2271767"/>
                  <a:gd name="connsiteX17" fmla="*/ 736600 w 2373813"/>
                  <a:gd name="connsiteY17" fmla="*/ 2144736 h 2271767"/>
                  <a:gd name="connsiteX18" fmla="*/ 749300 w 2373813"/>
                  <a:gd name="connsiteY18" fmla="*/ 2030436 h 2271767"/>
                  <a:gd name="connsiteX19" fmla="*/ 812800 w 2373813"/>
                  <a:gd name="connsiteY19" fmla="*/ 2081236 h 2271767"/>
                  <a:gd name="connsiteX20" fmla="*/ 863600 w 2373813"/>
                  <a:gd name="connsiteY20" fmla="*/ 1992336 h 2271767"/>
                  <a:gd name="connsiteX21" fmla="*/ 939800 w 2373813"/>
                  <a:gd name="connsiteY21" fmla="*/ 2043136 h 2271767"/>
                  <a:gd name="connsiteX22" fmla="*/ 939800 w 2373813"/>
                  <a:gd name="connsiteY22" fmla="*/ 1878036 h 2271767"/>
                  <a:gd name="connsiteX23" fmla="*/ 1054100 w 2373813"/>
                  <a:gd name="connsiteY23" fmla="*/ 1979636 h 2271767"/>
                  <a:gd name="connsiteX24" fmla="*/ 1054100 w 2373813"/>
                  <a:gd name="connsiteY24" fmla="*/ 1890736 h 2271767"/>
                  <a:gd name="connsiteX25" fmla="*/ 1155700 w 2373813"/>
                  <a:gd name="connsiteY25" fmla="*/ 1928836 h 2271767"/>
                  <a:gd name="connsiteX26" fmla="*/ 1155700 w 2373813"/>
                  <a:gd name="connsiteY26" fmla="*/ 1827236 h 2271767"/>
                  <a:gd name="connsiteX27" fmla="*/ 1244600 w 2373813"/>
                  <a:gd name="connsiteY27" fmla="*/ 1852636 h 2271767"/>
                  <a:gd name="connsiteX28" fmla="*/ 1206500 w 2373813"/>
                  <a:gd name="connsiteY28" fmla="*/ 1738336 h 2271767"/>
                  <a:gd name="connsiteX29" fmla="*/ 1308100 w 2373813"/>
                  <a:gd name="connsiteY29" fmla="*/ 1763736 h 2271767"/>
                  <a:gd name="connsiteX30" fmla="*/ 1282700 w 2373813"/>
                  <a:gd name="connsiteY30" fmla="*/ 1624036 h 2271767"/>
                  <a:gd name="connsiteX31" fmla="*/ 1498600 w 2373813"/>
                  <a:gd name="connsiteY31" fmla="*/ 1751036 h 2271767"/>
                  <a:gd name="connsiteX32" fmla="*/ 1282700 w 2373813"/>
                  <a:gd name="connsiteY32" fmla="*/ 1420836 h 2271767"/>
                  <a:gd name="connsiteX33" fmla="*/ 1600200 w 2373813"/>
                  <a:gd name="connsiteY33" fmla="*/ 1560536 h 2271767"/>
                  <a:gd name="connsiteX34" fmla="*/ 1206500 w 2373813"/>
                  <a:gd name="connsiteY34" fmla="*/ 1243036 h 2271767"/>
                  <a:gd name="connsiteX35" fmla="*/ 1612900 w 2373813"/>
                  <a:gd name="connsiteY35" fmla="*/ 1484336 h 2271767"/>
                  <a:gd name="connsiteX36" fmla="*/ 1168400 w 2373813"/>
                  <a:gd name="connsiteY36" fmla="*/ 1128736 h 2271767"/>
                  <a:gd name="connsiteX37" fmla="*/ 1651000 w 2373813"/>
                  <a:gd name="connsiteY37" fmla="*/ 1382736 h 2271767"/>
                  <a:gd name="connsiteX38" fmla="*/ 1257300 w 2373813"/>
                  <a:gd name="connsiteY38" fmla="*/ 1027136 h 2271767"/>
                  <a:gd name="connsiteX39" fmla="*/ 1676400 w 2373813"/>
                  <a:gd name="connsiteY39" fmla="*/ 1281136 h 2271767"/>
                  <a:gd name="connsiteX40" fmla="*/ 1346200 w 2373813"/>
                  <a:gd name="connsiteY40" fmla="*/ 938236 h 2271767"/>
                  <a:gd name="connsiteX41" fmla="*/ 1752600 w 2373813"/>
                  <a:gd name="connsiteY41" fmla="*/ 1204936 h 2271767"/>
                  <a:gd name="connsiteX42" fmla="*/ 1409700 w 2373813"/>
                  <a:gd name="connsiteY42" fmla="*/ 862036 h 2271767"/>
                  <a:gd name="connsiteX43" fmla="*/ 1917700 w 2373813"/>
                  <a:gd name="connsiteY43" fmla="*/ 1192236 h 2271767"/>
                  <a:gd name="connsiteX44" fmla="*/ 1358900 w 2373813"/>
                  <a:gd name="connsiteY44" fmla="*/ 735036 h 2271767"/>
                  <a:gd name="connsiteX45" fmla="*/ 1892300 w 2373813"/>
                  <a:gd name="connsiteY45" fmla="*/ 1065236 h 2271767"/>
                  <a:gd name="connsiteX46" fmla="*/ 1511300 w 2373813"/>
                  <a:gd name="connsiteY46" fmla="*/ 735036 h 2271767"/>
                  <a:gd name="connsiteX47" fmla="*/ 1943100 w 2373813"/>
                  <a:gd name="connsiteY47" fmla="*/ 963636 h 2271767"/>
                  <a:gd name="connsiteX48" fmla="*/ 1536700 w 2373813"/>
                  <a:gd name="connsiteY48" fmla="*/ 557236 h 2271767"/>
                  <a:gd name="connsiteX49" fmla="*/ 2044700 w 2373813"/>
                  <a:gd name="connsiteY49" fmla="*/ 785836 h 2271767"/>
                  <a:gd name="connsiteX50" fmla="*/ 1574800 w 2373813"/>
                  <a:gd name="connsiteY50" fmla="*/ 430236 h 2271767"/>
                  <a:gd name="connsiteX51" fmla="*/ 1968500 w 2373813"/>
                  <a:gd name="connsiteY51" fmla="*/ 646136 h 2271767"/>
                  <a:gd name="connsiteX52" fmla="*/ 1891486 w 2373813"/>
                  <a:gd name="connsiteY52" fmla="*/ 495449 h 2271767"/>
                  <a:gd name="connsiteX53" fmla="*/ 2032000 w 2373813"/>
                  <a:gd name="connsiteY53" fmla="*/ 519136 h 2271767"/>
                  <a:gd name="connsiteX54" fmla="*/ 1980385 w 2373813"/>
                  <a:gd name="connsiteY54" fmla="*/ 380293 h 2271767"/>
                  <a:gd name="connsiteX55" fmla="*/ 2159000 w 2373813"/>
                  <a:gd name="connsiteY55" fmla="*/ 442936 h 2271767"/>
                  <a:gd name="connsiteX56" fmla="*/ 2095500 w 2373813"/>
                  <a:gd name="connsiteY56" fmla="*/ 290536 h 2271767"/>
                  <a:gd name="connsiteX57" fmla="*/ 2209800 w 2373813"/>
                  <a:gd name="connsiteY57" fmla="*/ 354036 h 2271767"/>
                  <a:gd name="connsiteX58" fmla="*/ 2132242 w 2373813"/>
                  <a:gd name="connsiteY58" fmla="*/ 185510 h 2271767"/>
                  <a:gd name="connsiteX59" fmla="*/ 2286000 w 2373813"/>
                  <a:gd name="connsiteY59" fmla="*/ 327780 h 2271767"/>
                  <a:gd name="connsiteX60" fmla="*/ 2246813 w 2373813"/>
                  <a:gd name="connsiteY60" fmla="*/ 118583 h 2271767"/>
                  <a:gd name="connsiteX61" fmla="*/ 2297071 w 2373813"/>
                  <a:gd name="connsiteY61" fmla="*/ 223609 h 2271767"/>
                  <a:gd name="connsiteX62" fmla="*/ 2373813 w 2373813"/>
                  <a:gd name="connsiteY62" fmla="*/ 0 h 2271767"/>
                  <a:gd name="connsiteX0" fmla="*/ 0 w 2405236"/>
                  <a:gd name="connsiteY0" fmla="*/ 2170136 h 2271767"/>
                  <a:gd name="connsiteX1" fmla="*/ 50800 w 2405236"/>
                  <a:gd name="connsiteY1" fmla="*/ 2271736 h 2271767"/>
                  <a:gd name="connsiteX2" fmla="*/ 88900 w 2405236"/>
                  <a:gd name="connsiteY2" fmla="*/ 2170136 h 2271767"/>
                  <a:gd name="connsiteX3" fmla="*/ 139700 w 2405236"/>
                  <a:gd name="connsiteY3" fmla="*/ 2271736 h 2271767"/>
                  <a:gd name="connsiteX4" fmla="*/ 165100 w 2405236"/>
                  <a:gd name="connsiteY4" fmla="*/ 2157436 h 2271767"/>
                  <a:gd name="connsiteX5" fmla="*/ 241300 w 2405236"/>
                  <a:gd name="connsiteY5" fmla="*/ 2259036 h 2271767"/>
                  <a:gd name="connsiteX6" fmla="*/ 241300 w 2405236"/>
                  <a:gd name="connsiteY6" fmla="*/ 2106636 h 2271767"/>
                  <a:gd name="connsiteX7" fmla="*/ 317500 w 2405236"/>
                  <a:gd name="connsiteY7" fmla="*/ 2220936 h 2271767"/>
                  <a:gd name="connsiteX8" fmla="*/ 330200 w 2405236"/>
                  <a:gd name="connsiteY8" fmla="*/ 2132036 h 2271767"/>
                  <a:gd name="connsiteX9" fmla="*/ 406400 w 2405236"/>
                  <a:gd name="connsiteY9" fmla="*/ 2220936 h 2271767"/>
                  <a:gd name="connsiteX10" fmla="*/ 406400 w 2405236"/>
                  <a:gd name="connsiteY10" fmla="*/ 2119336 h 2271767"/>
                  <a:gd name="connsiteX11" fmla="*/ 469900 w 2405236"/>
                  <a:gd name="connsiteY11" fmla="*/ 2195536 h 2271767"/>
                  <a:gd name="connsiteX12" fmla="*/ 482600 w 2405236"/>
                  <a:gd name="connsiteY12" fmla="*/ 2093936 h 2271767"/>
                  <a:gd name="connsiteX13" fmla="*/ 571500 w 2405236"/>
                  <a:gd name="connsiteY13" fmla="*/ 2182836 h 2271767"/>
                  <a:gd name="connsiteX14" fmla="*/ 546100 w 2405236"/>
                  <a:gd name="connsiteY14" fmla="*/ 2043136 h 2271767"/>
                  <a:gd name="connsiteX15" fmla="*/ 609600 w 2405236"/>
                  <a:gd name="connsiteY15" fmla="*/ 2106636 h 2271767"/>
                  <a:gd name="connsiteX16" fmla="*/ 647700 w 2405236"/>
                  <a:gd name="connsiteY16" fmla="*/ 2043136 h 2271767"/>
                  <a:gd name="connsiteX17" fmla="*/ 736600 w 2405236"/>
                  <a:gd name="connsiteY17" fmla="*/ 2144736 h 2271767"/>
                  <a:gd name="connsiteX18" fmla="*/ 749300 w 2405236"/>
                  <a:gd name="connsiteY18" fmla="*/ 2030436 h 2271767"/>
                  <a:gd name="connsiteX19" fmla="*/ 812800 w 2405236"/>
                  <a:gd name="connsiteY19" fmla="*/ 2081236 h 2271767"/>
                  <a:gd name="connsiteX20" fmla="*/ 863600 w 2405236"/>
                  <a:gd name="connsiteY20" fmla="*/ 1992336 h 2271767"/>
                  <a:gd name="connsiteX21" fmla="*/ 939800 w 2405236"/>
                  <a:gd name="connsiteY21" fmla="*/ 2043136 h 2271767"/>
                  <a:gd name="connsiteX22" fmla="*/ 939800 w 2405236"/>
                  <a:gd name="connsiteY22" fmla="*/ 1878036 h 2271767"/>
                  <a:gd name="connsiteX23" fmla="*/ 1054100 w 2405236"/>
                  <a:gd name="connsiteY23" fmla="*/ 1979636 h 2271767"/>
                  <a:gd name="connsiteX24" fmla="*/ 1054100 w 2405236"/>
                  <a:gd name="connsiteY24" fmla="*/ 1890736 h 2271767"/>
                  <a:gd name="connsiteX25" fmla="*/ 1155700 w 2405236"/>
                  <a:gd name="connsiteY25" fmla="*/ 1928836 h 2271767"/>
                  <a:gd name="connsiteX26" fmla="*/ 1155700 w 2405236"/>
                  <a:gd name="connsiteY26" fmla="*/ 1827236 h 2271767"/>
                  <a:gd name="connsiteX27" fmla="*/ 1244600 w 2405236"/>
                  <a:gd name="connsiteY27" fmla="*/ 1852636 h 2271767"/>
                  <a:gd name="connsiteX28" fmla="*/ 1206500 w 2405236"/>
                  <a:gd name="connsiteY28" fmla="*/ 1738336 h 2271767"/>
                  <a:gd name="connsiteX29" fmla="*/ 1308100 w 2405236"/>
                  <a:gd name="connsiteY29" fmla="*/ 1763736 h 2271767"/>
                  <a:gd name="connsiteX30" fmla="*/ 1282700 w 2405236"/>
                  <a:gd name="connsiteY30" fmla="*/ 1624036 h 2271767"/>
                  <a:gd name="connsiteX31" fmla="*/ 1498600 w 2405236"/>
                  <a:gd name="connsiteY31" fmla="*/ 1751036 h 2271767"/>
                  <a:gd name="connsiteX32" fmla="*/ 1282700 w 2405236"/>
                  <a:gd name="connsiteY32" fmla="*/ 1420836 h 2271767"/>
                  <a:gd name="connsiteX33" fmla="*/ 1600200 w 2405236"/>
                  <a:gd name="connsiteY33" fmla="*/ 1560536 h 2271767"/>
                  <a:gd name="connsiteX34" fmla="*/ 1206500 w 2405236"/>
                  <a:gd name="connsiteY34" fmla="*/ 1243036 h 2271767"/>
                  <a:gd name="connsiteX35" fmla="*/ 1612900 w 2405236"/>
                  <a:gd name="connsiteY35" fmla="*/ 1484336 h 2271767"/>
                  <a:gd name="connsiteX36" fmla="*/ 1168400 w 2405236"/>
                  <a:gd name="connsiteY36" fmla="*/ 1128736 h 2271767"/>
                  <a:gd name="connsiteX37" fmla="*/ 1651000 w 2405236"/>
                  <a:gd name="connsiteY37" fmla="*/ 1382736 h 2271767"/>
                  <a:gd name="connsiteX38" fmla="*/ 1257300 w 2405236"/>
                  <a:gd name="connsiteY38" fmla="*/ 1027136 h 2271767"/>
                  <a:gd name="connsiteX39" fmla="*/ 1676400 w 2405236"/>
                  <a:gd name="connsiteY39" fmla="*/ 1281136 h 2271767"/>
                  <a:gd name="connsiteX40" fmla="*/ 1346200 w 2405236"/>
                  <a:gd name="connsiteY40" fmla="*/ 938236 h 2271767"/>
                  <a:gd name="connsiteX41" fmla="*/ 1752600 w 2405236"/>
                  <a:gd name="connsiteY41" fmla="*/ 1204936 h 2271767"/>
                  <a:gd name="connsiteX42" fmla="*/ 1409700 w 2405236"/>
                  <a:gd name="connsiteY42" fmla="*/ 862036 h 2271767"/>
                  <a:gd name="connsiteX43" fmla="*/ 1917700 w 2405236"/>
                  <a:gd name="connsiteY43" fmla="*/ 1192236 h 2271767"/>
                  <a:gd name="connsiteX44" fmla="*/ 1358900 w 2405236"/>
                  <a:gd name="connsiteY44" fmla="*/ 735036 h 2271767"/>
                  <a:gd name="connsiteX45" fmla="*/ 1892300 w 2405236"/>
                  <a:gd name="connsiteY45" fmla="*/ 1065236 h 2271767"/>
                  <a:gd name="connsiteX46" fmla="*/ 1511300 w 2405236"/>
                  <a:gd name="connsiteY46" fmla="*/ 735036 h 2271767"/>
                  <a:gd name="connsiteX47" fmla="*/ 1943100 w 2405236"/>
                  <a:gd name="connsiteY47" fmla="*/ 963636 h 2271767"/>
                  <a:gd name="connsiteX48" fmla="*/ 1536700 w 2405236"/>
                  <a:gd name="connsiteY48" fmla="*/ 557236 h 2271767"/>
                  <a:gd name="connsiteX49" fmla="*/ 2044700 w 2405236"/>
                  <a:gd name="connsiteY49" fmla="*/ 785836 h 2271767"/>
                  <a:gd name="connsiteX50" fmla="*/ 1574800 w 2405236"/>
                  <a:gd name="connsiteY50" fmla="*/ 430236 h 2271767"/>
                  <a:gd name="connsiteX51" fmla="*/ 1968500 w 2405236"/>
                  <a:gd name="connsiteY51" fmla="*/ 646136 h 2271767"/>
                  <a:gd name="connsiteX52" fmla="*/ 1891486 w 2405236"/>
                  <a:gd name="connsiteY52" fmla="*/ 495449 h 2271767"/>
                  <a:gd name="connsiteX53" fmla="*/ 2032000 w 2405236"/>
                  <a:gd name="connsiteY53" fmla="*/ 519136 h 2271767"/>
                  <a:gd name="connsiteX54" fmla="*/ 1980385 w 2405236"/>
                  <a:gd name="connsiteY54" fmla="*/ 380293 h 2271767"/>
                  <a:gd name="connsiteX55" fmla="*/ 2159000 w 2405236"/>
                  <a:gd name="connsiteY55" fmla="*/ 442936 h 2271767"/>
                  <a:gd name="connsiteX56" fmla="*/ 2095500 w 2405236"/>
                  <a:gd name="connsiteY56" fmla="*/ 290536 h 2271767"/>
                  <a:gd name="connsiteX57" fmla="*/ 2209800 w 2405236"/>
                  <a:gd name="connsiteY57" fmla="*/ 354036 h 2271767"/>
                  <a:gd name="connsiteX58" fmla="*/ 2132242 w 2405236"/>
                  <a:gd name="connsiteY58" fmla="*/ 185510 h 2271767"/>
                  <a:gd name="connsiteX59" fmla="*/ 2286000 w 2405236"/>
                  <a:gd name="connsiteY59" fmla="*/ 327780 h 2271767"/>
                  <a:gd name="connsiteX60" fmla="*/ 2246813 w 2405236"/>
                  <a:gd name="connsiteY60" fmla="*/ 118583 h 2271767"/>
                  <a:gd name="connsiteX61" fmla="*/ 2400844 w 2405236"/>
                  <a:gd name="connsiteY61" fmla="*/ 237166 h 2271767"/>
                  <a:gd name="connsiteX62" fmla="*/ 2373813 w 2405236"/>
                  <a:gd name="connsiteY62" fmla="*/ 0 h 2271767"/>
                  <a:gd name="connsiteX0" fmla="*/ 0 w 2405236"/>
                  <a:gd name="connsiteY0" fmla="*/ 2170136 h 2271767"/>
                  <a:gd name="connsiteX1" fmla="*/ 50800 w 2405236"/>
                  <a:gd name="connsiteY1" fmla="*/ 2271736 h 2271767"/>
                  <a:gd name="connsiteX2" fmla="*/ 88900 w 2405236"/>
                  <a:gd name="connsiteY2" fmla="*/ 2170136 h 2271767"/>
                  <a:gd name="connsiteX3" fmla="*/ 139700 w 2405236"/>
                  <a:gd name="connsiteY3" fmla="*/ 2271736 h 2271767"/>
                  <a:gd name="connsiteX4" fmla="*/ 165100 w 2405236"/>
                  <a:gd name="connsiteY4" fmla="*/ 2157436 h 2271767"/>
                  <a:gd name="connsiteX5" fmla="*/ 241300 w 2405236"/>
                  <a:gd name="connsiteY5" fmla="*/ 2259036 h 2271767"/>
                  <a:gd name="connsiteX6" fmla="*/ 241300 w 2405236"/>
                  <a:gd name="connsiteY6" fmla="*/ 2106636 h 2271767"/>
                  <a:gd name="connsiteX7" fmla="*/ 317500 w 2405236"/>
                  <a:gd name="connsiteY7" fmla="*/ 2220936 h 2271767"/>
                  <a:gd name="connsiteX8" fmla="*/ 330200 w 2405236"/>
                  <a:gd name="connsiteY8" fmla="*/ 2132036 h 2271767"/>
                  <a:gd name="connsiteX9" fmla="*/ 406400 w 2405236"/>
                  <a:gd name="connsiteY9" fmla="*/ 2220936 h 2271767"/>
                  <a:gd name="connsiteX10" fmla="*/ 406400 w 2405236"/>
                  <a:gd name="connsiteY10" fmla="*/ 2119336 h 2271767"/>
                  <a:gd name="connsiteX11" fmla="*/ 469900 w 2405236"/>
                  <a:gd name="connsiteY11" fmla="*/ 2195536 h 2271767"/>
                  <a:gd name="connsiteX12" fmla="*/ 482600 w 2405236"/>
                  <a:gd name="connsiteY12" fmla="*/ 2093936 h 2271767"/>
                  <a:gd name="connsiteX13" fmla="*/ 571500 w 2405236"/>
                  <a:gd name="connsiteY13" fmla="*/ 2182836 h 2271767"/>
                  <a:gd name="connsiteX14" fmla="*/ 546100 w 2405236"/>
                  <a:gd name="connsiteY14" fmla="*/ 2043136 h 2271767"/>
                  <a:gd name="connsiteX15" fmla="*/ 609600 w 2405236"/>
                  <a:gd name="connsiteY15" fmla="*/ 2106636 h 2271767"/>
                  <a:gd name="connsiteX16" fmla="*/ 647700 w 2405236"/>
                  <a:gd name="connsiteY16" fmla="*/ 2043136 h 2271767"/>
                  <a:gd name="connsiteX17" fmla="*/ 736600 w 2405236"/>
                  <a:gd name="connsiteY17" fmla="*/ 2144736 h 2271767"/>
                  <a:gd name="connsiteX18" fmla="*/ 749300 w 2405236"/>
                  <a:gd name="connsiteY18" fmla="*/ 2030436 h 2271767"/>
                  <a:gd name="connsiteX19" fmla="*/ 812800 w 2405236"/>
                  <a:gd name="connsiteY19" fmla="*/ 2081236 h 2271767"/>
                  <a:gd name="connsiteX20" fmla="*/ 863600 w 2405236"/>
                  <a:gd name="connsiteY20" fmla="*/ 1992336 h 2271767"/>
                  <a:gd name="connsiteX21" fmla="*/ 939800 w 2405236"/>
                  <a:gd name="connsiteY21" fmla="*/ 2043136 h 2271767"/>
                  <a:gd name="connsiteX22" fmla="*/ 939800 w 2405236"/>
                  <a:gd name="connsiteY22" fmla="*/ 1878036 h 2271767"/>
                  <a:gd name="connsiteX23" fmla="*/ 1054100 w 2405236"/>
                  <a:gd name="connsiteY23" fmla="*/ 1979636 h 2271767"/>
                  <a:gd name="connsiteX24" fmla="*/ 1054100 w 2405236"/>
                  <a:gd name="connsiteY24" fmla="*/ 1890736 h 2271767"/>
                  <a:gd name="connsiteX25" fmla="*/ 1155700 w 2405236"/>
                  <a:gd name="connsiteY25" fmla="*/ 1928836 h 2271767"/>
                  <a:gd name="connsiteX26" fmla="*/ 1155700 w 2405236"/>
                  <a:gd name="connsiteY26" fmla="*/ 1827236 h 2271767"/>
                  <a:gd name="connsiteX27" fmla="*/ 1244600 w 2405236"/>
                  <a:gd name="connsiteY27" fmla="*/ 1852636 h 2271767"/>
                  <a:gd name="connsiteX28" fmla="*/ 1206500 w 2405236"/>
                  <a:gd name="connsiteY28" fmla="*/ 1738336 h 2271767"/>
                  <a:gd name="connsiteX29" fmla="*/ 1308100 w 2405236"/>
                  <a:gd name="connsiteY29" fmla="*/ 1763736 h 2271767"/>
                  <a:gd name="connsiteX30" fmla="*/ 1282700 w 2405236"/>
                  <a:gd name="connsiteY30" fmla="*/ 1624036 h 2271767"/>
                  <a:gd name="connsiteX31" fmla="*/ 1498600 w 2405236"/>
                  <a:gd name="connsiteY31" fmla="*/ 1751036 h 2271767"/>
                  <a:gd name="connsiteX32" fmla="*/ 1282700 w 2405236"/>
                  <a:gd name="connsiteY32" fmla="*/ 1420836 h 2271767"/>
                  <a:gd name="connsiteX33" fmla="*/ 1600200 w 2405236"/>
                  <a:gd name="connsiteY33" fmla="*/ 1560536 h 2271767"/>
                  <a:gd name="connsiteX34" fmla="*/ 1206500 w 2405236"/>
                  <a:gd name="connsiteY34" fmla="*/ 1243036 h 2271767"/>
                  <a:gd name="connsiteX35" fmla="*/ 1612900 w 2405236"/>
                  <a:gd name="connsiteY35" fmla="*/ 1484336 h 2271767"/>
                  <a:gd name="connsiteX36" fmla="*/ 1168400 w 2405236"/>
                  <a:gd name="connsiteY36" fmla="*/ 1128736 h 2271767"/>
                  <a:gd name="connsiteX37" fmla="*/ 1651000 w 2405236"/>
                  <a:gd name="connsiteY37" fmla="*/ 1382736 h 2271767"/>
                  <a:gd name="connsiteX38" fmla="*/ 1257300 w 2405236"/>
                  <a:gd name="connsiteY38" fmla="*/ 1027136 h 2271767"/>
                  <a:gd name="connsiteX39" fmla="*/ 1676400 w 2405236"/>
                  <a:gd name="connsiteY39" fmla="*/ 1281136 h 2271767"/>
                  <a:gd name="connsiteX40" fmla="*/ 1346200 w 2405236"/>
                  <a:gd name="connsiteY40" fmla="*/ 938236 h 2271767"/>
                  <a:gd name="connsiteX41" fmla="*/ 1752600 w 2405236"/>
                  <a:gd name="connsiteY41" fmla="*/ 1204936 h 2271767"/>
                  <a:gd name="connsiteX42" fmla="*/ 1409700 w 2405236"/>
                  <a:gd name="connsiteY42" fmla="*/ 862036 h 2271767"/>
                  <a:gd name="connsiteX43" fmla="*/ 1917700 w 2405236"/>
                  <a:gd name="connsiteY43" fmla="*/ 1192236 h 2271767"/>
                  <a:gd name="connsiteX44" fmla="*/ 1358900 w 2405236"/>
                  <a:gd name="connsiteY44" fmla="*/ 735036 h 2271767"/>
                  <a:gd name="connsiteX45" fmla="*/ 1892300 w 2405236"/>
                  <a:gd name="connsiteY45" fmla="*/ 1065236 h 2271767"/>
                  <a:gd name="connsiteX46" fmla="*/ 1511300 w 2405236"/>
                  <a:gd name="connsiteY46" fmla="*/ 735036 h 2271767"/>
                  <a:gd name="connsiteX47" fmla="*/ 1943100 w 2405236"/>
                  <a:gd name="connsiteY47" fmla="*/ 963636 h 2271767"/>
                  <a:gd name="connsiteX48" fmla="*/ 1536700 w 2405236"/>
                  <a:gd name="connsiteY48" fmla="*/ 557236 h 2271767"/>
                  <a:gd name="connsiteX49" fmla="*/ 2044700 w 2405236"/>
                  <a:gd name="connsiteY49" fmla="*/ 785836 h 2271767"/>
                  <a:gd name="connsiteX50" fmla="*/ 1574800 w 2405236"/>
                  <a:gd name="connsiteY50" fmla="*/ 430236 h 2271767"/>
                  <a:gd name="connsiteX51" fmla="*/ 1968500 w 2405236"/>
                  <a:gd name="connsiteY51" fmla="*/ 646136 h 2271767"/>
                  <a:gd name="connsiteX52" fmla="*/ 1891486 w 2405236"/>
                  <a:gd name="connsiteY52" fmla="*/ 495449 h 2271767"/>
                  <a:gd name="connsiteX53" fmla="*/ 2032000 w 2405236"/>
                  <a:gd name="connsiteY53" fmla="*/ 519136 h 2271767"/>
                  <a:gd name="connsiteX54" fmla="*/ 1980385 w 2405236"/>
                  <a:gd name="connsiteY54" fmla="*/ 380293 h 2271767"/>
                  <a:gd name="connsiteX55" fmla="*/ 2159000 w 2405236"/>
                  <a:gd name="connsiteY55" fmla="*/ 442936 h 2271767"/>
                  <a:gd name="connsiteX56" fmla="*/ 2043614 w 2405236"/>
                  <a:gd name="connsiteY56" fmla="*/ 290536 h 2271767"/>
                  <a:gd name="connsiteX57" fmla="*/ 2209800 w 2405236"/>
                  <a:gd name="connsiteY57" fmla="*/ 354036 h 2271767"/>
                  <a:gd name="connsiteX58" fmla="*/ 2132242 w 2405236"/>
                  <a:gd name="connsiteY58" fmla="*/ 185510 h 2271767"/>
                  <a:gd name="connsiteX59" fmla="*/ 2286000 w 2405236"/>
                  <a:gd name="connsiteY59" fmla="*/ 327780 h 2271767"/>
                  <a:gd name="connsiteX60" fmla="*/ 2246813 w 2405236"/>
                  <a:gd name="connsiteY60" fmla="*/ 118583 h 2271767"/>
                  <a:gd name="connsiteX61" fmla="*/ 2400844 w 2405236"/>
                  <a:gd name="connsiteY61" fmla="*/ 237166 h 2271767"/>
                  <a:gd name="connsiteX62" fmla="*/ 2373813 w 2405236"/>
                  <a:gd name="connsiteY62" fmla="*/ 0 h 2271767"/>
                  <a:gd name="connsiteX0" fmla="*/ 0 w 2405236"/>
                  <a:gd name="connsiteY0" fmla="*/ 2170136 h 2271767"/>
                  <a:gd name="connsiteX1" fmla="*/ 50800 w 2405236"/>
                  <a:gd name="connsiteY1" fmla="*/ 2271736 h 2271767"/>
                  <a:gd name="connsiteX2" fmla="*/ 88900 w 2405236"/>
                  <a:gd name="connsiteY2" fmla="*/ 2170136 h 2271767"/>
                  <a:gd name="connsiteX3" fmla="*/ 139700 w 2405236"/>
                  <a:gd name="connsiteY3" fmla="*/ 2271736 h 2271767"/>
                  <a:gd name="connsiteX4" fmla="*/ 165100 w 2405236"/>
                  <a:gd name="connsiteY4" fmla="*/ 2157436 h 2271767"/>
                  <a:gd name="connsiteX5" fmla="*/ 241300 w 2405236"/>
                  <a:gd name="connsiteY5" fmla="*/ 2259036 h 2271767"/>
                  <a:gd name="connsiteX6" fmla="*/ 241300 w 2405236"/>
                  <a:gd name="connsiteY6" fmla="*/ 2106636 h 2271767"/>
                  <a:gd name="connsiteX7" fmla="*/ 317500 w 2405236"/>
                  <a:gd name="connsiteY7" fmla="*/ 2220936 h 2271767"/>
                  <a:gd name="connsiteX8" fmla="*/ 330200 w 2405236"/>
                  <a:gd name="connsiteY8" fmla="*/ 2132036 h 2271767"/>
                  <a:gd name="connsiteX9" fmla="*/ 406400 w 2405236"/>
                  <a:gd name="connsiteY9" fmla="*/ 2220936 h 2271767"/>
                  <a:gd name="connsiteX10" fmla="*/ 406400 w 2405236"/>
                  <a:gd name="connsiteY10" fmla="*/ 2119336 h 2271767"/>
                  <a:gd name="connsiteX11" fmla="*/ 469900 w 2405236"/>
                  <a:gd name="connsiteY11" fmla="*/ 2195536 h 2271767"/>
                  <a:gd name="connsiteX12" fmla="*/ 482600 w 2405236"/>
                  <a:gd name="connsiteY12" fmla="*/ 2093936 h 2271767"/>
                  <a:gd name="connsiteX13" fmla="*/ 571500 w 2405236"/>
                  <a:gd name="connsiteY13" fmla="*/ 2182836 h 2271767"/>
                  <a:gd name="connsiteX14" fmla="*/ 546100 w 2405236"/>
                  <a:gd name="connsiteY14" fmla="*/ 2043136 h 2271767"/>
                  <a:gd name="connsiteX15" fmla="*/ 609600 w 2405236"/>
                  <a:gd name="connsiteY15" fmla="*/ 2106636 h 2271767"/>
                  <a:gd name="connsiteX16" fmla="*/ 647700 w 2405236"/>
                  <a:gd name="connsiteY16" fmla="*/ 2043136 h 2271767"/>
                  <a:gd name="connsiteX17" fmla="*/ 736600 w 2405236"/>
                  <a:gd name="connsiteY17" fmla="*/ 2144736 h 2271767"/>
                  <a:gd name="connsiteX18" fmla="*/ 749300 w 2405236"/>
                  <a:gd name="connsiteY18" fmla="*/ 2030436 h 2271767"/>
                  <a:gd name="connsiteX19" fmla="*/ 812800 w 2405236"/>
                  <a:gd name="connsiteY19" fmla="*/ 2081236 h 2271767"/>
                  <a:gd name="connsiteX20" fmla="*/ 863600 w 2405236"/>
                  <a:gd name="connsiteY20" fmla="*/ 1992336 h 2271767"/>
                  <a:gd name="connsiteX21" fmla="*/ 939800 w 2405236"/>
                  <a:gd name="connsiteY21" fmla="*/ 2043136 h 2271767"/>
                  <a:gd name="connsiteX22" fmla="*/ 939800 w 2405236"/>
                  <a:gd name="connsiteY22" fmla="*/ 1878036 h 2271767"/>
                  <a:gd name="connsiteX23" fmla="*/ 1054100 w 2405236"/>
                  <a:gd name="connsiteY23" fmla="*/ 1979636 h 2271767"/>
                  <a:gd name="connsiteX24" fmla="*/ 1054100 w 2405236"/>
                  <a:gd name="connsiteY24" fmla="*/ 1890736 h 2271767"/>
                  <a:gd name="connsiteX25" fmla="*/ 1155700 w 2405236"/>
                  <a:gd name="connsiteY25" fmla="*/ 1928836 h 2271767"/>
                  <a:gd name="connsiteX26" fmla="*/ 1155700 w 2405236"/>
                  <a:gd name="connsiteY26" fmla="*/ 1827236 h 2271767"/>
                  <a:gd name="connsiteX27" fmla="*/ 1244600 w 2405236"/>
                  <a:gd name="connsiteY27" fmla="*/ 1852636 h 2271767"/>
                  <a:gd name="connsiteX28" fmla="*/ 1206500 w 2405236"/>
                  <a:gd name="connsiteY28" fmla="*/ 1738336 h 2271767"/>
                  <a:gd name="connsiteX29" fmla="*/ 1308100 w 2405236"/>
                  <a:gd name="connsiteY29" fmla="*/ 1763736 h 2271767"/>
                  <a:gd name="connsiteX30" fmla="*/ 1282700 w 2405236"/>
                  <a:gd name="connsiteY30" fmla="*/ 1624036 h 2271767"/>
                  <a:gd name="connsiteX31" fmla="*/ 1498600 w 2405236"/>
                  <a:gd name="connsiteY31" fmla="*/ 1751036 h 2271767"/>
                  <a:gd name="connsiteX32" fmla="*/ 1282700 w 2405236"/>
                  <a:gd name="connsiteY32" fmla="*/ 1420836 h 2271767"/>
                  <a:gd name="connsiteX33" fmla="*/ 1600200 w 2405236"/>
                  <a:gd name="connsiteY33" fmla="*/ 1560536 h 2271767"/>
                  <a:gd name="connsiteX34" fmla="*/ 1206500 w 2405236"/>
                  <a:gd name="connsiteY34" fmla="*/ 1243036 h 2271767"/>
                  <a:gd name="connsiteX35" fmla="*/ 1612900 w 2405236"/>
                  <a:gd name="connsiteY35" fmla="*/ 1484336 h 2271767"/>
                  <a:gd name="connsiteX36" fmla="*/ 1168400 w 2405236"/>
                  <a:gd name="connsiteY36" fmla="*/ 1128736 h 2271767"/>
                  <a:gd name="connsiteX37" fmla="*/ 1651000 w 2405236"/>
                  <a:gd name="connsiteY37" fmla="*/ 1382736 h 2271767"/>
                  <a:gd name="connsiteX38" fmla="*/ 1257300 w 2405236"/>
                  <a:gd name="connsiteY38" fmla="*/ 1027136 h 2271767"/>
                  <a:gd name="connsiteX39" fmla="*/ 1676400 w 2405236"/>
                  <a:gd name="connsiteY39" fmla="*/ 1281136 h 2271767"/>
                  <a:gd name="connsiteX40" fmla="*/ 1346200 w 2405236"/>
                  <a:gd name="connsiteY40" fmla="*/ 938236 h 2271767"/>
                  <a:gd name="connsiteX41" fmla="*/ 1752600 w 2405236"/>
                  <a:gd name="connsiteY41" fmla="*/ 1204936 h 2271767"/>
                  <a:gd name="connsiteX42" fmla="*/ 1409700 w 2405236"/>
                  <a:gd name="connsiteY42" fmla="*/ 862036 h 2271767"/>
                  <a:gd name="connsiteX43" fmla="*/ 1917700 w 2405236"/>
                  <a:gd name="connsiteY43" fmla="*/ 1192236 h 2271767"/>
                  <a:gd name="connsiteX44" fmla="*/ 1358900 w 2405236"/>
                  <a:gd name="connsiteY44" fmla="*/ 735036 h 2271767"/>
                  <a:gd name="connsiteX45" fmla="*/ 1892300 w 2405236"/>
                  <a:gd name="connsiteY45" fmla="*/ 1065236 h 2271767"/>
                  <a:gd name="connsiteX46" fmla="*/ 1511300 w 2405236"/>
                  <a:gd name="connsiteY46" fmla="*/ 735036 h 2271767"/>
                  <a:gd name="connsiteX47" fmla="*/ 1943100 w 2405236"/>
                  <a:gd name="connsiteY47" fmla="*/ 963636 h 2271767"/>
                  <a:gd name="connsiteX48" fmla="*/ 1536700 w 2405236"/>
                  <a:gd name="connsiteY48" fmla="*/ 557236 h 2271767"/>
                  <a:gd name="connsiteX49" fmla="*/ 2044700 w 2405236"/>
                  <a:gd name="connsiteY49" fmla="*/ 785836 h 2271767"/>
                  <a:gd name="connsiteX50" fmla="*/ 1574800 w 2405236"/>
                  <a:gd name="connsiteY50" fmla="*/ 430236 h 2271767"/>
                  <a:gd name="connsiteX51" fmla="*/ 1968500 w 2405236"/>
                  <a:gd name="connsiteY51" fmla="*/ 646136 h 2271767"/>
                  <a:gd name="connsiteX52" fmla="*/ 1891486 w 2405236"/>
                  <a:gd name="connsiteY52" fmla="*/ 495449 h 2271767"/>
                  <a:gd name="connsiteX53" fmla="*/ 2032000 w 2405236"/>
                  <a:gd name="connsiteY53" fmla="*/ 519136 h 2271767"/>
                  <a:gd name="connsiteX54" fmla="*/ 1980385 w 2405236"/>
                  <a:gd name="connsiteY54" fmla="*/ 380293 h 2271767"/>
                  <a:gd name="connsiteX55" fmla="*/ 2159000 w 2405236"/>
                  <a:gd name="connsiteY55" fmla="*/ 442936 h 2271767"/>
                  <a:gd name="connsiteX56" fmla="*/ 2043614 w 2405236"/>
                  <a:gd name="connsiteY56" fmla="*/ 290536 h 2271767"/>
                  <a:gd name="connsiteX57" fmla="*/ 2209800 w 2405236"/>
                  <a:gd name="connsiteY57" fmla="*/ 354036 h 2271767"/>
                  <a:gd name="connsiteX58" fmla="*/ 2132242 w 2405236"/>
                  <a:gd name="connsiteY58" fmla="*/ 185510 h 2271767"/>
                  <a:gd name="connsiteX59" fmla="*/ 2286000 w 2405236"/>
                  <a:gd name="connsiteY59" fmla="*/ 327780 h 2271767"/>
                  <a:gd name="connsiteX60" fmla="*/ 2220870 w 2405236"/>
                  <a:gd name="connsiteY60" fmla="*/ 118583 h 2271767"/>
                  <a:gd name="connsiteX61" fmla="*/ 2400844 w 2405236"/>
                  <a:gd name="connsiteY61" fmla="*/ 237166 h 2271767"/>
                  <a:gd name="connsiteX62" fmla="*/ 2373813 w 2405236"/>
                  <a:gd name="connsiteY62" fmla="*/ 0 h 2271767"/>
                  <a:gd name="connsiteX0" fmla="*/ 0 w 2373813"/>
                  <a:gd name="connsiteY0" fmla="*/ 2170136 h 2271767"/>
                  <a:gd name="connsiteX1" fmla="*/ 50800 w 2373813"/>
                  <a:gd name="connsiteY1" fmla="*/ 2271736 h 2271767"/>
                  <a:gd name="connsiteX2" fmla="*/ 88900 w 2373813"/>
                  <a:gd name="connsiteY2" fmla="*/ 2170136 h 2271767"/>
                  <a:gd name="connsiteX3" fmla="*/ 139700 w 2373813"/>
                  <a:gd name="connsiteY3" fmla="*/ 2271736 h 2271767"/>
                  <a:gd name="connsiteX4" fmla="*/ 165100 w 2373813"/>
                  <a:gd name="connsiteY4" fmla="*/ 2157436 h 2271767"/>
                  <a:gd name="connsiteX5" fmla="*/ 241300 w 2373813"/>
                  <a:gd name="connsiteY5" fmla="*/ 2259036 h 2271767"/>
                  <a:gd name="connsiteX6" fmla="*/ 241300 w 2373813"/>
                  <a:gd name="connsiteY6" fmla="*/ 2106636 h 2271767"/>
                  <a:gd name="connsiteX7" fmla="*/ 317500 w 2373813"/>
                  <a:gd name="connsiteY7" fmla="*/ 2220936 h 2271767"/>
                  <a:gd name="connsiteX8" fmla="*/ 330200 w 2373813"/>
                  <a:gd name="connsiteY8" fmla="*/ 2132036 h 2271767"/>
                  <a:gd name="connsiteX9" fmla="*/ 406400 w 2373813"/>
                  <a:gd name="connsiteY9" fmla="*/ 2220936 h 2271767"/>
                  <a:gd name="connsiteX10" fmla="*/ 406400 w 2373813"/>
                  <a:gd name="connsiteY10" fmla="*/ 2119336 h 2271767"/>
                  <a:gd name="connsiteX11" fmla="*/ 469900 w 2373813"/>
                  <a:gd name="connsiteY11" fmla="*/ 2195536 h 2271767"/>
                  <a:gd name="connsiteX12" fmla="*/ 482600 w 2373813"/>
                  <a:gd name="connsiteY12" fmla="*/ 2093936 h 2271767"/>
                  <a:gd name="connsiteX13" fmla="*/ 571500 w 2373813"/>
                  <a:gd name="connsiteY13" fmla="*/ 2182836 h 2271767"/>
                  <a:gd name="connsiteX14" fmla="*/ 546100 w 2373813"/>
                  <a:gd name="connsiteY14" fmla="*/ 2043136 h 2271767"/>
                  <a:gd name="connsiteX15" fmla="*/ 609600 w 2373813"/>
                  <a:gd name="connsiteY15" fmla="*/ 2106636 h 2271767"/>
                  <a:gd name="connsiteX16" fmla="*/ 647700 w 2373813"/>
                  <a:gd name="connsiteY16" fmla="*/ 2043136 h 2271767"/>
                  <a:gd name="connsiteX17" fmla="*/ 736600 w 2373813"/>
                  <a:gd name="connsiteY17" fmla="*/ 2144736 h 2271767"/>
                  <a:gd name="connsiteX18" fmla="*/ 749300 w 2373813"/>
                  <a:gd name="connsiteY18" fmla="*/ 2030436 h 2271767"/>
                  <a:gd name="connsiteX19" fmla="*/ 812800 w 2373813"/>
                  <a:gd name="connsiteY19" fmla="*/ 2081236 h 2271767"/>
                  <a:gd name="connsiteX20" fmla="*/ 863600 w 2373813"/>
                  <a:gd name="connsiteY20" fmla="*/ 1992336 h 2271767"/>
                  <a:gd name="connsiteX21" fmla="*/ 939800 w 2373813"/>
                  <a:gd name="connsiteY21" fmla="*/ 2043136 h 2271767"/>
                  <a:gd name="connsiteX22" fmla="*/ 939800 w 2373813"/>
                  <a:gd name="connsiteY22" fmla="*/ 1878036 h 2271767"/>
                  <a:gd name="connsiteX23" fmla="*/ 1054100 w 2373813"/>
                  <a:gd name="connsiteY23" fmla="*/ 1979636 h 2271767"/>
                  <a:gd name="connsiteX24" fmla="*/ 1054100 w 2373813"/>
                  <a:gd name="connsiteY24" fmla="*/ 1890736 h 2271767"/>
                  <a:gd name="connsiteX25" fmla="*/ 1155700 w 2373813"/>
                  <a:gd name="connsiteY25" fmla="*/ 1928836 h 2271767"/>
                  <a:gd name="connsiteX26" fmla="*/ 1155700 w 2373813"/>
                  <a:gd name="connsiteY26" fmla="*/ 1827236 h 2271767"/>
                  <a:gd name="connsiteX27" fmla="*/ 1244600 w 2373813"/>
                  <a:gd name="connsiteY27" fmla="*/ 1852636 h 2271767"/>
                  <a:gd name="connsiteX28" fmla="*/ 1206500 w 2373813"/>
                  <a:gd name="connsiteY28" fmla="*/ 1738336 h 2271767"/>
                  <a:gd name="connsiteX29" fmla="*/ 1308100 w 2373813"/>
                  <a:gd name="connsiteY29" fmla="*/ 1763736 h 2271767"/>
                  <a:gd name="connsiteX30" fmla="*/ 1282700 w 2373813"/>
                  <a:gd name="connsiteY30" fmla="*/ 1624036 h 2271767"/>
                  <a:gd name="connsiteX31" fmla="*/ 1498600 w 2373813"/>
                  <a:gd name="connsiteY31" fmla="*/ 1751036 h 2271767"/>
                  <a:gd name="connsiteX32" fmla="*/ 1282700 w 2373813"/>
                  <a:gd name="connsiteY32" fmla="*/ 1420836 h 2271767"/>
                  <a:gd name="connsiteX33" fmla="*/ 1600200 w 2373813"/>
                  <a:gd name="connsiteY33" fmla="*/ 1560536 h 2271767"/>
                  <a:gd name="connsiteX34" fmla="*/ 1206500 w 2373813"/>
                  <a:gd name="connsiteY34" fmla="*/ 1243036 h 2271767"/>
                  <a:gd name="connsiteX35" fmla="*/ 1612900 w 2373813"/>
                  <a:gd name="connsiteY35" fmla="*/ 1484336 h 2271767"/>
                  <a:gd name="connsiteX36" fmla="*/ 1168400 w 2373813"/>
                  <a:gd name="connsiteY36" fmla="*/ 1128736 h 2271767"/>
                  <a:gd name="connsiteX37" fmla="*/ 1651000 w 2373813"/>
                  <a:gd name="connsiteY37" fmla="*/ 1382736 h 2271767"/>
                  <a:gd name="connsiteX38" fmla="*/ 1257300 w 2373813"/>
                  <a:gd name="connsiteY38" fmla="*/ 1027136 h 2271767"/>
                  <a:gd name="connsiteX39" fmla="*/ 1676400 w 2373813"/>
                  <a:gd name="connsiteY39" fmla="*/ 1281136 h 2271767"/>
                  <a:gd name="connsiteX40" fmla="*/ 1346200 w 2373813"/>
                  <a:gd name="connsiteY40" fmla="*/ 938236 h 2271767"/>
                  <a:gd name="connsiteX41" fmla="*/ 1752600 w 2373813"/>
                  <a:gd name="connsiteY41" fmla="*/ 1204936 h 2271767"/>
                  <a:gd name="connsiteX42" fmla="*/ 1409700 w 2373813"/>
                  <a:gd name="connsiteY42" fmla="*/ 862036 h 2271767"/>
                  <a:gd name="connsiteX43" fmla="*/ 1917700 w 2373813"/>
                  <a:gd name="connsiteY43" fmla="*/ 1192236 h 2271767"/>
                  <a:gd name="connsiteX44" fmla="*/ 1358900 w 2373813"/>
                  <a:gd name="connsiteY44" fmla="*/ 735036 h 2271767"/>
                  <a:gd name="connsiteX45" fmla="*/ 1892300 w 2373813"/>
                  <a:gd name="connsiteY45" fmla="*/ 1065236 h 2271767"/>
                  <a:gd name="connsiteX46" fmla="*/ 1511300 w 2373813"/>
                  <a:gd name="connsiteY46" fmla="*/ 735036 h 2271767"/>
                  <a:gd name="connsiteX47" fmla="*/ 1943100 w 2373813"/>
                  <a:gd name="connsiteY47" fmla="*/ 963636 h 2271767"/>
                  <a:gd name="connsiteX48" fmla="*/ 1536700 w 2373813"/>
                  <a:gd name="connsiteY48" fmla="*/ 557236 h 2271767"/>
                  <a:gd name="connsiteX49" fmla="*/ 2044700 w 2373813"/>
                  <a:gd name="connsiteY49" fmla="*/ 785836 h 2271767"/>
                  <a:gd name="connsiteX50" fmla="*/ 1574800 w 2373813"/>
                  <a:gd name="connsiteY50" fmla="*/ 430236 h 2271767"/>
                  <a:gd name="connsiteX51" fmla="*/ 1968500 w 2373813"/>
                  <a:gd name="connsiteY51" fmla="*/ 646136 h 2271767"/>
                  <a:gd name="connsiteX52" fmla="*/ 1891486 w 2373813"/>
                  <a:gd name="connsiteY52" fmla="*/ 495449 h 2271767"/>
                  <a:gd name="connsiteX53" fmla="*/ 2032000 w 2373813"/>
                  <a:gd name="connsiteY53" fmla="*/ 519136 h 2271767"/>
                  <a:gd name="connsiteX54" fmla="*/ 1980385 w 2373813"/>
                  <a:gd name="connsiteY54" fmla="*/ 380293 h 2271767"/>
                  <a:gd name="connsiteX55" fmla="*/ 2159000 w 2373813"/>
                  <a:gd name="connsiteY55" fmla="*/ 442936 h 2271767"/>
                  <a:gd name="connsiteX56" fmla="*/ 2043614 w 2373813"/>
                  <a:gd name="connsiteY56" fmla="*/ 290536 h 2271767"/>
                  <a:gd name="connsiteX57" fmla="*/ 2209800 w 2373813"/>
                  <a:gd name="connsiteY57" fmla="*/ 354036 h 2271767"/>
                  <a:gd name="connsiteX58" fmla="*/ 2132242 w 2373813"/>
                  <a:gd name="connsiteY58" fmla="*/ 185510 h 2271767"/>
                  <a:gd name="connsiteX59" fmla="*/ 2286000 w 2373813"/>
                  <a:gd name="connsiteY59" fmla="*/ 327780 h 2271767"/>
                  <a:gd name="connsiteX60" fmla="*/ 2220870 w 2373813"/>
                  <a:gd name="connsiteY60" fmla="*/ 118583 h 2271767"/>
                  <a:gd name="connsiteX61" fmla="*/ 2335986 w 2373813"/>
                  <a:gd name="connsiteY61" fmla="*/ 250722 h 2271767"/>
                  <a:gd name="connsiteX62" fmla="*/ 2373813 w 2373813"/>
                  <a:gd name="connsiteY62" fmla="*/ 0 h 2271767"/>
                  <a:gd name="connsiteX0" fmla="*/ 0 w 2341288"/>
                  <a:gd name="connsiteY0" fmla="*/ 2129466 h 2231097"/>
                  <a:gd name="connsiteX1" fmla="*/ 50800 w 2341288"/>
                  <a:gd name="connsiteY1" fmla="*/ 2231066 h 2231097"/>
                  <a:gd name="connsiteX2" fmla="*/ 88900 w 2341288"/>
                  <a:gd name="connsiteY2" fmla="*/ 2129466 h 2231097"/>
                  <a:gd name="connsiteX3" fmla="*/ 139700 w 2341288"/>
                  <a:gd name="connsiteY3" fmla="*/ 2231066 h 2231097"/>
                  <a:gd name="connsiteX4" fmla="*/ 165100 w 2341288"/>
                  <a:gd name="connsiteY4" fmla="*/ 2116766 h 2231097"/>
                  <a:gd name="connsiteX5" fmla="*/ 241300 w 2341288"/>
                  <a:gd name="connsiteY5" fmla="*/ 2218366 h 2231097"/>
                  <a:gd name="connsiteX6" fmla="*/ 241300 w 2341288"/>
                  <a:gd name="connsiteY6" fmla="*/ 2065966 h 2231097"/>
                  <a:gd name="connsiteX7" fmla="*/ 317500 w 2341288"/>
                  <a:gd name="connsiteY7" fmla="*/ 2180266 h 2231097"/>
                  <a:gd name="connsiteX8" fmla="*/ 330200 w 2341288"/>
                  <a:gd name="connsiteY8" fmla="*/ 2091366 h 2231097"/>
                  <a:gd name="connsiteX9" fmla="*/ 406400 w 2341288"/>
                  <a:gd name="connsiteY9" fmla="*/ 2180266 h 2231097"/>
                  <a:gd name="connsiteX10" fmla="*/ 406400 w 2341288"/>
                  <a:gd name="connsiteY10" fmla="*/ 2078666 h 2231097"/>
                  <a:gd name="connsiteX11" fmla="*/ 469900 w 2341288"/>
                  <a:gd name="connsiteY11" fmla="*/ 2154866 h 2231097"/>
                  <a:gd name="connsiteX12" fmla="*/ 482600 w 2341288"/>
                  <a:gd name="connsiteY12" fmla="*/ 2053266 h 2231097"/>
                  <a:gd name="connsiteX13" fmla="*/ 571500 w 2341288"/>
                  <a:gd name="connsiteY13" fmla="*/ 2142166 h 2231097"/>
                  <a:gd name="connsiteX14" fmla="*/ 546100 w 2341288"/>
                  <a:gd name="connsiteY14" fmla="*/ 2002466 h 2231097"/>
                  <a:gd name="connsiteX15" fmla="*/ 609600 w 2341288"/>
                  <a:gd name="connsiteY15" fmla="*/ 2065966 h 2231097"/>
                  <a:gd name="connsiteX16" fmla="*/ 647700 w 2341288"/>
                  <a:gd name="connsiteY16" fmla="*/ 2002466 h 2231097"/>
                  <a:gd name="connsiteX17" fmla="*/ 736600 w 2341288"/>
                  <a:gd name="connsiteY17" fmla="*/ 2104066 h 2231097"/>
                  <a:gd name="connsiteX18" fmla="*/ 749300 w 2341288"/>
                  <a:gd name="connsiteY18" fmla="*/ 1989766 h 2231097"/>
                  <a:gd name="connsiteX19" fmla="*/ 812800 w 2341288"/>
                  <a:gd name="connsiteY19" fmla="*/ 2040566 h 2231097"/>
                  <a:gd name="connsiteX20" fmla="*/ 863600 w 2341288"/>
                  <a:gd name="connsiteY20" fmla="*/ 1951666 h 2231097"/>
                  <a:gd name="connsiteX21" fmla="*/ 939800 w 2341288"/>
                  <a:gd name="connsiteY21" fmla="*/ 2002466 h 2231097"/>
                  <a:gd name="connsiteX22" fmla="*/ 939800 w 2341288"/>
                  <a:gd name="connsiteY22" fmla="*/ 1837366 h 2231097"/>
                  <a:gd name="connsiteX23" fmla="*/ 1054100 w 2341288"/>
                  <a:gd name="connsiteY23" fmla="*/ 1938966 h 2231097"/>
                  <a:gd name="connsiteX24" fmla="*/ 1054100 w 2341288"/>
                  <a:gd name="connsiteY24" fmla="*/ 1850066 h 2231097"/>
                  <a:gd name="connsiteX25" fmla="*/ 1155700 w 2341288"/>
                  <a:gd name="connsiteY25" fmla="*/ 1888166 h 2231097"/>
                  <a:gd name="connsiteX26" fmla="*/ 1155700 w 2341288"/>
                  <a:gd name="connsiteY26" fmla="*/ 1786566 h 2231097"/>
                  <a:gd name="connsiteX27" fmla="*/ 1244600 w 2341288"/>
                  <a:gd name="connsiteY27" fmla="*/ 1811966 h 2231097"/>
                  <a:gd name="connsiteX28" fmla="*/ 1206500 w 2341288"/>
                  <a:gd name="connsiteY28" fmla="*/ 1697666 h 2231097"/>
                  <a:gd name="connsiteX29" fmla="*/ 1308100 w 2341288"/>
                  <a:gd name="connsiteY29" fmla="*/ 1723066 h 2231097"/>
                  <a:gd name="connsiteX30" fmla="*/ 1282700 w 2341288"/>
                  <a:gd name="connsiteY30" fmla="*/ 1583366 h 2231097"/>
                  <a:gd name="connsiteX31" fmla="*/ 1498600 w 2341288"/>
                  <a:gd name="connsiteY31" fmla="*/ 1710366 h 2231097"/>
                  <a:gd name="connsiteX32" fmla="*/ 1282700 w 2341288"/>
                  <a:gd name="connsiteY32" fmla="*/ 1380166 h 2231097"/>
                  <a:gd name="connsiteX33" fmla="*/ 1600200 w 2341288"/>
                  <a:gd name="connsiteY33" fmla="*/ 1519866 h 2231097"/>
                  <a:gd name="connsiteX34" fmla="*/ 1206500 w 2341288"/>
                  <a:gd name="connsiteY34" fmla="*/ 1202366 h 2231097"/>
                  <a:gd name="connsiteX35" fmla="*/ 1612900 w 2341288"/>
                  <a:gd name="connsiteY35" fmla="*/ 1443666 h 2231097"/>
                  <a:gd name="connsiteX36" fmla="*/ 1168400 w 2341288"/>
                  <a:gd name="connsiteY36" fmla="*/ 1088066 h 2231097"/>
                  <a:gd name="connsiteX37" fmla="*/ 1651000 w 2341288"/>
                  <a:gd name="connsiteY37" fmla="*/ 1342066 h 2231097"/>
                  <a:gd name="connsiteX38" fmla="*/ 1257300 w 2341288"/>
                  <a:gd name="connsiteY38" fmla="*/ 986466 h 2231097"/>
                  <a:gd name="connsiteX39" fmla="*/ 1676400 w 2341288"/>
                  <a:gd name="connsiteY39" fmla="*/ 1240466 h 2231097"/>
                  <a:gd name="connsiteX40" fmla="*/ 1346200 w 2341288"/>
                  <a:gd name="connsiteY40" fmla="*/ 897566 h 2231097"/>
                  <a:gd name="connsiteX41" fmla="*/ 1752600 w 2341288"/>
                  <a:gd name="connsiteY41" fmla="*/ 1164266 h 2231097"/>
                  <a:gd name="connsiteX42" fmla="*/ 1409700 w 2341288"/>
                  <a:gd name="connsiteY42" fmla="*/ 821366 h 2231097"/>
                  <a:gd name="connsiteX43" fmla="*/ 1917700 w 2341288"/>
                  <a:gd name="connsiteY43" fmla="*/ 1151566 h 2231097"/>
                  <a:gd name="connsiteX44" fmla="*/ 1358900 w 2341288"/>
                  <a:gd name="connsiteY44" fmla="*/ 694366 h 2231097"/>
                  <a:gd name="connsiteX45" fmla="*/ 1892300 w 2341288"/>
                  <a:gd name="connsiteY45" fmla="*/ 1024566 h 2231097"/>
                  <a:gd name="connsiteX46" fmla="*/ 1511300 w 2341288"/>
                  <a:gd name="connsiteY46" fmla="*/ 694366 h 2231097"/>
                  <a:gd name="connsiteX47" fmla="*/ 1943100 w 2341288"/>
                  <a:gd name="connsiteY47" fmla="*/ 922966 h 2231097"/>
                  <a:gd name="connsiteX48" fmla="*/ 1536700 w 2341288"/>
                  <a:gd name="connsiteY48" fmla="*/ 516566 h 2231097"/>
                  <a:gd name="connsiteX49" fmla="*/ 2044700 w 2341288"/>
                  <a:gd name="connsiteY49" fmla="*/ 745166 h 2231097"/>
                  <a:gd name="connsiteX50" fmla="*/ 1574800 w 2341288"/>
                  <a:gd name="connsiteY50" fmla="*/ 389566 h 2231097"/>
                  <a:gd name="connsiteX51" fmla="*/ 1968500 w 2341288"/>
                  <a:gd name="connsiteY51" fmla="*/ 605466 h 2231097"/>
                  <a:gd name="connsiteX52" fmla="*/ 1891486 w 2341288"/>
                  <a:gd name="connsiteY52" fmla="*/ 454779 h 2231097"/>
                  <a:gd name="connsiteX53" fmla="*/ 2032000 w 2341288"/>
                  <a:gd name="connsiteY53" fmla="*/ 478466 h 2231097"/>
                  <a:gd name="connsiteX54" fmla="*/ 1980385 w 2341288"/>
                  <a:gd name="connsiteY54" fmla="*/ 339623 h 2231097"/>
                  <a:gd name="connsiteX55" fmla="*/ 2159000 w 2341288"/>
                  <a:gd name="connsiteY55" fmla="*/ 402266 h 2231097"/>
                  <a:gd name="connsiteX56" fmla="*/ 2043614 w 2341288"/>
                  <a:gd name="connsiteY56" fmla="*/ 249866 h 2231097"/>
                  <a:gd name="connsiteX57" fmla="*/ 2209800 w 2341288"/>
                  <a:gd name="connsiteY57" fmla="*/ 313366 h 2231097"/>
                  <a:gd name="connsiteX58" fmla="*/ 2132242 w 2341288"/>
                  <a:gd name="connsiteY58" fmla="*/ 144840 h 2231097"/>
                  <a:gd name="connsiteX59" fmla="*/ 2286000 w 2341288"/>
                  <a:gd name="connsiteY59" fmla="*/ 287110 h 2231097"/>
                  <a:gd name="connsiteX60" fmla="*/ 2220870 w 2341288"/>
                  <a:gd name="connsiteY60" fmla="*/ 77913 h 2231097"/>
                  <a:gd name="connsiteX61" fmla="*/ 2335986 w 2341288"/>
                  <a:gd name="connsiteY61" fmla="*/ 210052 h 2231097"/>
                  <a:gd name="connsiteX62" fmla="*/ 2321926 w 2341288"/>
                  <a:gd name="connsiteY62" fmla="*/ 0 h 2231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2341288" h="2231097">
                    <a:moveTo>
                      <a:pt x="0" y="2129466"/>
                    </a:moveTo>
                    <a:cubicBezTo>
                      <a:pt x="17991" y="2180266"/>
                      <a:pt x="35983" y="2231066"/>
                      <a:pt x="50800" y="2231066"/>
                    </a:cubicBezTo>
                    <a:cubicBezTo>
                      <a:pt x="65617" y="2231066"/>
                      <a:pt x="74083" y="2129466"/>
                      <a:pt x="88900" y="2129466"/>
                    </a:cubicBezTo>
                    <a:cubicBezTo>
                      <a:pt x="103717" y="2129466"/>
                      <a:pt x="127000" y="2233183"/>
                      <a:pt x="139700" y="2231066"/>
                    </a:cubicBezTo>
                    <a:cubicBezTo>
                      <a:pt x="152400" y="2228949"/>
                      <a:pt x="148167" y="2118883"/>
                      <a:pt x="165100" y="2116766"/>
                    </a:cubicBezTo>
                    <a:cubicBezTo>
                      <a:pt x="182033" y="2114649"/>
                      <a:pt x="228600" y="2226833"/>
                      <a:pt x="241300" y="2218366"/>
                    </a:cubicBezTo>
                    <a:cubicBezTo>
                      <a:pt x="254000" y="2209899"/>
                      <a:pt x="228600" y="2072316"/>
                      <a:pt x="241300" y="2065966"/>
                    </a:cubicBezTo>
                    <a:cubicBezTo>
                      <a:pt x="254000" y="2059616"/>
                      <a:pt x="302683" y="2176033"/>
                      <a:pt x="317500" y="2180266"/>
                    </a:cubicBezTo>
                    <a:cubicBezTo>
                      <a:pt x="332317" y="2184499"/>
                      <a:pt x="315383" y="2091366"/>
                      <a:pt x="330200" y="2091366"/>
                    </a:cubicBezTo>
                    <a:cubicBezTo>
                      <a:pt x="345017" y="2091366"/>
                      <a:pt x="393700" y="2182383"/>
                      <a:pt x="406400" y="2180266"/>
                    </a:cubicBezTo>
                    <a:cubicBezTo>
                      <a:pt x="419100" y="2178149"/>
                      <a:pt x="395817" y="2082899"/>
                      <a:pt x="406400" y="2078666"/>
                    </a:cubicBezTo>
                    <a:cubicBezTo>
                      <a:pt x="416983" y="2074433"/>
                      <a:pt x="457200" y="2159099"/>
                      <a:pt x="469900" y="2154866"/>
                    </a:cubicBezTo>
                    <a:cubicBezTo>
                      <a:pt x="482600" y="2150633"/>
                      <a:pt x="465667" y="2055383"/>
                      <a:pt x="482600" y="2053266"/>
                    </a:cubicBezTo>
                    <a:cubicBezTo>
                      <a:pt x="499533" y="2051149"/>
                      <a:pt x="560917" y="2150633"/>
                      <a:pt x="571500" y="2142166"/>
                    </a:cubicBezTo>
                    <a:cubicBezTo>
                      <a:pt x="582083" y="2133699"/>
                      <a:pt x="539750" y="2015166"/>
                      <a:pt x="546100" y="2002466"/>
                    </a:cubicBezTo>
                    <a:cubicBezTo>
                      <a:pt x="552450" y="1989766"/>
                      <a:pt x="609600" y="2065966"/>
                      <a:pt x="609600" y="2065966"/>
                    </a:cubicBezTo>
                    <a:cubicBezTo>
                      <a:pt x="626533" y="2065966"/>
                      <a:pt x="626533" y="1996116"/>
                      <a:pt x="647700" y="2002466"/>
                    </a:cubicBezTo>
                    <a:cubicBezTo>
                      <a:pt x="668867" y="2008816"/>
                      <a:pt x="719667" y="2106183"/>
                      <a:pt x="736600" y="2104066"/>
                    </a:cubicBezTo>
                    <a:cubicBezTo>
                      <a:pt x="753533" y="2101949"/>
                      <a:pt x="736600" y="2000349"/>
                      <a:pt x="749300" y="1989766"/>
                    </a:cubicBezTo>
                    <a:cubicBezTo>
                      <a:pt x="762000" y="1979183"/>
                      <a:pt x="793750" y="2046916"/>
                      <a:pt x="812800" y="2040566"/>
                    </a:cubicBezTo>
                    <a:cubicBezTo>
                      <a:pt x="831850" y="2034216"/>
                      <a:pt x="842433" y="1958016"/>
                      <a:pt x="863600" y="1951666"/>
                    </a:cubicBezTo>
                    <a:cubicBezTo>
                      <a:pt x="884767" y="1945316"/>
                      <a:pt x="927100" y="2021516"/>
                      <a:pt x="939800" y="2002466"/>
                    </a:cubicBezTo>
                    <a:cubicBezTo>
                      <a:pt x="952500" y="1983416"/>
                      <a:pt x="920750" y="1847949"/>
                      <a:pt x="939800" y="1837366"/>
                    </a:cubicBezTo>
                    <a:cubicBezTo>
                      <a:pt x="958850" y="1826783"/>
                      <a:pt x="1035050" y="1936849"/>
                      <a:pt x="1054100" y="1938966"/>
                    </a:cubicBezTo>
                    <a:cubicBezTo>
                      <a:pt x="1073150" y="1941083"/>
                      <a:pt x="1037167" y="1858533"/>
                      <a:pt x="1054100" y="1850066"/>
                    </a:cubicBezTo>
                    <a:cubicBezTo>
                      <a:pt x="1071033" y="1841599"/>
                      <a:pt x="1138767" y="1898749"/>
                      <a:pt x="1155700" y="1888166"/>
                    </a:cubicBezTo>
                    <a:cubicBezTo>
                      <a:pt x="1172633" y="1877583"/>
                      <a:pt x="1140883" y="1799266"/>
                      <a:pt x="1155700" y="1786566"/>
                    </a:cubicBezTo>
                    <a:cubicBezTo>
                      <a:pt x="1170517" y="1773866"/>
                      <a:pt x="1236133" y="1826783"/>
                      <a:pt x="1244600" y="1811966"/>
                    </a:cubicBezTo>
                    <a:cubicBezTo>
                      <a:pt x="1253067" y="1797149"/>
                      <a:pt x="1195917" y="1712483"/>
                      <a:pt x="1206500" y="1697666"/>
                    </a:cubicBezTo>
                    <a:cubicBezTo>
                      <a:pt x="1217083" y="1682849"/>
                      <a:pt x="1295400" y="1742116"/>
                      <a:pt x="1308100" y="1723066"/>
                    </a:cubicBezTo>
                    <a:cubicBezTo>
                      <a:pt x="1320800" y="1704016"/>
                      <a:pt x="1250950" y="1585483"/>
                      <a:pt x="1282700" y="1583366"/>
                    </a:cubicBezTo>
                    <a:cubicBezTo>
                      <a:pt x="1314450" y="1581249"/>
                      <a:pt x="1498600" y="1744233"/>
                      <a:pt x="1498600" y="1710366"/>
                    </a:cubicBezTo>
                    <a:cubicBezTo>
                      <a:pt x="1498600" y="1676499"/>
                      <a:pt x="1265767" y="1411916"/>
                      <a:pt x="1282700" y="1380166"/>
                    </a:cubicBezTo>
                    <a:cubicBezTo>
                      <a:pt x="1299633" y="1348416"/>
                      <a:pt x="1612900" y="1549499"/>
                      <a:pt x="1600200" y="1519866"/>
                    </a:cubicBezTo>
                    <a:cubicBezTo>
                      <a:pt x="1587500" y="1490233"/>
                      <a:pt x="1204383" y="1215066"/>
                      <a:pt x="1206500" y="1202366"/>
                    </a:cubicBezTo>
                    <a:cubicBezTo>
                      <a:pt x="1208617" y="1189666"/>
                      <a:pt x="1619250" y="1462716"/>
                      <a:pt x="1612900" y="1443666"/>
                    </a:cubicBezTo>
                    <a:cubicBezTo>
                      <a:pt x="1606550" y="1424616"/>
                      <a:pt x="1162050" y="1104999"/>
                      <a:pt x="1168400" y="1088066"/>
                    </a:cubicBezTo>
                    <a:cubicBezTo>
                      <a:pt x="1174750" y="1071133"/>
                      <a:pt x="1636183" y="1358999"/>
                      <a:pt x="1651000" y="1342066"/>
                    </a:cubicBezTo>
                    <a:cubicBezTo>
                      <a:pt x="1665817" y="1325133"/>
                      <a:pt x="1253067" y="1003399"/>
                      <a:pt x="1257300" y="986466"/>
                    </a:cubicBezTo>
                    <a:cubicBezTo>
                      <a:pt x="1261533" y="969533"/>
                      <a:pt x="1661583" y="1255283"/>
                      <a:pt x="1676400" y="1240466"/>
                    </a:cubicBezTo>
                    <a:cubicBezTo>
                      <a:pt x="1691217" y="1225649"/>
                      <a:pt x="1333500" y="910266"/>
                      <a:pt x="1346200" y="897566"/>
                    </a:cubicBezTo>
                    <a:cubicBezTo>
                      <a:pt x="1358900" y="884866"/>
                      <a:pt x="1742017" y="1176966"/>
                      <a:pt x="1752600" y="1164266"/>
                    </a:cubicBezTo>
                    <a:cubicBezTo>
                      <a:pt x="1763183" y="1151566"/>
                      <a:pt x="1382183" y="823483"/>
                      <a:pt x="1409700" y="821366"/>
                    </a:cubicBezTo>
                    <a:cubicBezTo>
                      <a:pt x="1437217" y="819249"/>
                      <a:pt x="1926167" y="1172733"/>
                      <a:pt x="1917700" y="1151566"/>
                    </a:cubicBezTo>
                    <a:cubicBezTo>
                      <a:pt x="1909233" y="1130399"/>
                      <a:pt x="1363133" y="715533"/>
                      <a:pt x="1358900" y="694366"/>
                    </a:cubicBezTo>
                    <a:cubicBezTo>
                      <a:pt x="1354667" y="673199"/>
                      <a:pt x="1866900" y="1024566"/>
                      <a:pt x="1892300" y="1024566"/>
                    </a:cubicBezTo>
                    <a:cubicBezTo>
                      <a:pt x="1917700" y="1024566"/>
                      <a:pt x="1502833" y="711299"/>
                      <a:pt x="1511300" y="694366"/>
                    </a:cubicBezTo>
                    <a:cubicBezTo>
                      <a:pt x="1519767" y="677433"/>
                      <a:pt x="1938867" y="952599"/>
                      <a:pt x="1943100" y="922966"/>
                    </a:cubicBezTo>
                    <a:cubicBezTo>
                      <a:pt x="1947333" y="893333"/>
                      <a:pt x="1519767" y="546199"/>
                      <a:pt x="1536700" y="516566"/>
                    </a:cubicBezTo>
                    <a:cubicBezTo>
                      <a:pt x="1553633" y="486933"/>
                      <a:pt x="2038350" y="766333"/>
                      <a:pt x="2044700" y="745166"/>
                    </a:cubicBezTo>
                    <a:cubicBezTo>
                      <a:pt x="2051050" y="723999"/>
                      <a:pt x="1587500" y="412849"/>
                      <a:pt x="1574800" y="389566"/>
                    </a:cubicBezTo>
                    <a:cubicBezTo>
                      <a:pt x="1562100" y="366283"/>
                      <a:pt x="1915719" y="594597"/>
                      <a:pt x="1968500" y="605466"/>
                    </a:cubicBezTo>
                    <a:cubicBezTo>
                      <a:pt x="2021281" y="616335"/>
                      <a:pt x="1880903" y="475946"/>
                      <a:pt x="1891486" y="454779"/>
                    </a:cubicBezTo>
                    <a:cubicBezTo>
                      <a:pt x="1902069" y="433612"/>
                      <a:pt x="2017183" y="497659"/>
                      <a:pt x="2032000" y="478466"/>
                    </a:cubicBezTo>
                    <a:cubicBezTo>
                      <a:pt x="2046817" y="459273"/>
                      <a:pt x="1959218" y="352323"/>
                      <a:pt x="1980385" y="339623"/>
                    </a:cubicBezTo>
                    <a:cubicBezTo>
                      <a:pt x="2001552" y="326923"/>
                      <a:pt x="2148462" y="417225"/>
                      <a:pt x="2159000" y="402266"/>
                    </a:cubicBezTo>
                    <a:cubicBezTo>
                      <a:pt x="2169538" y="387307"/>
                      <a:pt x="2035147" y="264683"/>
                      <a:pt x="2043614" y="249866"/>
                    </a:cubicBezTo>
                    <a:cubicBezTo>
                      <a:pt x="2052081" y="235049"/>
                      <a:pt x="2195029" y="330870"/>
                      <a:pt x="2209800" y="313366"/>
                    </a:cubicBezTo>
                    <a:cubicBezTo>
                      <a:pt x="2224571" y="295862"/>
                      <a:pt x="2119542" y="149216"/>
                      <a:pt x="2132242" y="144840"/>
                    </a:cubicBezTo>
                    <a:cubicBezTo>
                      <a:pt x="2144942" y="140464"/>
                      <a:pt x="2271229" y="298264"/>
                      <a:pt x="2286000" y="287110"/>
                    </a:cubicBezTo>
                    <a:cubicBezTo>
                      <a:pt x="2300771" y="275956"/>
                      <a:pt x="2212539" y="90756"/>
                      <a:pt x="2220870" y="77913"/>
                    </a:cubicBezTo>
                    <a:cubicBezTo>
                      <a:pt x="2229201" y="65070"/>
                      <a:pt x="2314819" y="218519"/>
                      <a:pt x="2335986" y="210052"/>
                    </a:cubicBezTo>
                    <a:cubicBezTo>
                      <a:pt x="2357153" y="201585"/>
                      <a:pt x="2307109" y="46566"/>
                      <a:pt x="2321926" y="0"/>
                    </a:cubicBezTo>
                  </a:path>
                </a:pathLst>
              </a:custGeom>
              <a:noFill/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9" name="任意形状 18">
                <a:extLst>
                  <a:ext uri="{FF2B5EF4-FFF2-40B4-BE49-F238E27FC236}">
                    <a16:creationId xmlns:a16="http://schemas.microsoft.com/office/drawing/2014/main" id="{8DA409C8-CF34-0A99-47AD-FF2838E1CE1A}"/>
                  </a:ext>
                </a:extLst>
              </p:cNvPr>
              <p:cNvSpPr/>
              <p:nvPr/>
            </p:nvSpPr>
            <p:spPr>
              <a:xfrm>
                <a:off x="7131051" y="2311723"/>
                <a:ext cx="857245" cy="304850"/>
              </a:xfrm>
              <a:custGeom>
                <a:avLst/>
                <a:gdLst>
                  <a:gd name="connsiteX0" fmla="*/ 0 w 1016000"/>
                  <a:gd name="connsiteY0" fmla="*/ 177800 h 304850"/>
                  <a:gd name="connsiteX1" fmla="*/ 127000 w 1016000"/>
                  <a:gd name="connsiteY1" fmla="*/ 304800 h 304850"/>
                  <a:gd name="connsiteX2" fmla="*/ 165100 w 1016000"/>
                  <a:gd name="connsiteY2" fmla="*/ 165100 h 304850"/>
                  <a:gd name="connsiteX3" fmla="*/ 254000 w 1016000"/>
                  <a:gd name="connsiteY3" fmla="*/ 254000 h 304850"/>
                  <a:gd name="connsiteX4" fmla="*/ 279400 w 1016000"/>
                  <a:gd name="connsiteY4" fmla="*/ 127000 h 304850"/>
                  <a:gd name="connsiteX5" fmla="*/ 368300 w 1016000"/>
                  <a:gd name="connsiteY5" fmla="*/ 203200 h 304850"/>
                  <a:gd name="connsiteX6" fmla="*/ 381000 w 1016000"/>
                  <a:gd name="connsiteY6" fmla="*/ 114300 h 304850"/>
                  <a:gd name="connsiteX7" fmla="*/ 469900 w 1016000"/>
                  <a:gd name="connsiteY7" fmla="*/ 190500 h 304850"/>
                  <a:gd name="connsiteX8" fmla="*/ 482600 w 1016000"/>
                  <a:gd name="connsiteY8" fmla="*/ 63500 h 304850"/>
                  <a:gd name="connsiteX9" fmla="*/ 546100 w 1016000"/>
                  <a:gd name="connsiteY9" fmla="*/ 139700 h 304850"/>
                  <a:gd name="connsiteX10" fmla="*/ 596900 w 1016000"/>
                  <a:gd name="connsiteY10" fmla="*/ 38100 h 304850"/>
                  <a:gd name="connsiteX11" fmla="*/ 660400 w 1016000"/>
                  <a:gd name="connsiteY11" fmla="*/ 127000 h 304850"/>
                  <a:gd name="connsiteX12" fmla="*/ 736600 w 1016000"/>
                  <a:gd name="connsiteY12" fmla="*/ 38100 h 304850"/>
                  <a:gd name="connsiteX13" fmla="*/ 812800 w 1016000"/>
                  <a:gd name="connsiteY13" fmla="*/ 114300 h 304850"/>
                  <a:gd name="connsiteX14" fmla="*/ 850900 w 1016000"/>
                  <a:gd name="connsiteY14" fmla="*/ 25400 h 304850"/>
                  <a:gd name="connsiteX15" fmla="*/ 927100 w 1016000"/>
                  <a:gd name="connsiteY15" fmla="*/ 101600 h 304850"/>
                  <a:gd name="connsiteX16" fmla="*/ 977900 w 1016000"/>
                  <a:gd name="connsiteY16" fmla="*/ 0 h 304850"/>
                  <a:gd name="connsiteX17" fmla="*/ 1016000 w 1016000"/>
                  <a:gd name="connsiteY17" fmla="*/ 101600 h 304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016000" h="304850">
                    <a:moveTo>
                      <a:pt x="0" y="177800"/>
                    </a:moveTo>
                    <a:cubicBezTo>
                      <a:pt x="49741" y="242358"/>
                      <a:pt x="99483" y="306917"/>
                      <a:pt x="127000" y="304800"/>
                    </a:cubicBezTo>
                    <a:cubicBezTo>
                      <a:pt x="154517" y="302683"/>
                      <a:pt x="143933" y="173567"/>
                      <a:pt x="165100" y="165100"/>
                    </a:cubicBezTo>
                    <a:cubicBezTo>
                      <a:pt x="186267" y="156633"/>
                      <a:pt x="234950" y="260350"/>
                      <a:pt x="254000" y="254000"/>
                    </a:cubicBezTo>
                    <a:cubicBezTo>
                      <a:pt x="273050" y="247650"/>
                      <a:pt x="260350" y="135467"/>
                      <a:pt x="279400" y="127000"/>
                    </a:cubicBezTo>
                    <a:cubicBezTo>
                      <a:pt x="298450" y="118533"/>
                      <a:pt x="351367" y="205317"/>
                      <a:pt x="368300" y="203200"/>
                    </a:cubicBezTo>
                    <a:cubicBezTo>
                      <a:pt x="385233" y="201083"/>
                      <a:pt x="364067" y="116417"/>
                      <a:pt x="381000" y="114300"/>
                    </a:cubicBezTo>
                    <a:cubicBezTo>
                      <a:pt x="397933" y="112183"/>
                      <a:pt x="452967" y="198967"/>
                      <a:pt x="469900" y="190500"/>
                    </a:cubicBezTo>
                    <a:cubicBezTo>
                      <a:pt x="486833" y="182033"/>
                      <a:pt x="469900" y="71967"/>
                      <a:pt x="482600" y="63500"/>
                    </a:cubicBezTo>
                    <a:cubicBezTo>
                      <a:pt x="495300" y="55033"/>
                      <a:pt x="527050" y="143933"/>
                      <a:pt x="546100" y="139700"/>
                    </a:cubicBezTo>
                    <a:cubicBezTo>
                      <a:pt x="565150" y="135467"/>
                      <a:pt x="577850" y="40217"/>
                      <a:pt x="596900" y="38100"/>
                    </a:cubicBezTo>
                    <a:cubicBezTo>
                      <a:pt x="615950" y="35983"/>
                      <a:pt x="637117" y="127000"/>
                      <a:pt x="660400" y="127000"/>
                    </a:cubicBezTo>
                    <a:cubicBezTo>
                      <a:pt x="683683" y="127000"/>
                      <a:pt x="711200" y="40217"/>
                      <a:pt x="736600" y="38100"/>
                    </a:cubicBezTo>
                    <a:cubicBezTo>
                      <a:pt x="762000" y="35983"/>
                      <a:pt x="793750" y="116417"/>
                      <a:pt x="812800" y="114300"/>
                    </a:cubicBezTo>
                    <a:cubicBezTo>
                      <a:pt x="831850" y="112183"/>
                      <a:pt x="831850" y="27517"/>
                      <a:pt x="850900" y="25400"/>
                    </a:cubicBezTo>
                    <a:cubicBezTo>
                      <a:pt x="869950" y="23283"/>
                      <a:pt x="905933" y="105833"/>
                      <a:pt x="927100" y="101600"/>
                    </a:cubicBezTo>
                    <a:cubicBezTo>
                      <a:pt x="948267" y="97367"/>
                      <a:pt x="963083" y="0"/>
                      <a:pt x="977900" y="0"/>
                    </a:cubicBezTo>
                    <a:cubicBezTo>
                      <a:pt x="992717" y="0"/>
                      <a:pt x="1004358" y="50800"/>
                      <a:pt x="1016000" y="101600"/>
                    </a:cubicBezTo>
                  </a:path>
                </a:pathLst>
              </a:custGeom>
              <a:noFill/>
              <a:ln>
                <a:solidFill>
                  <a:srgbClr val="FE4F4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0" name="任意形状 19">
                <a:extLst>
                  <a:ext uri="{FF2B5EF4-FFF2-40B4-BE49-F238E27FC236}">
                    <a16:creationId xmlns:a16="http://schemas.microsoft.com/office/drawing/2014/main" id="{73B6FD54-444B-0C05-4991-32E53596E43C}"/>
                  </a:ext>
                </a:extLst>
              </p:cNvPr>
              <p:cNvSpPr/>
              <p:nvPr/>
            </p:nvSpPr>
            <p:spPr>
              <a:xfrm>
                <a:off x="7988298" y="2277057"/>
                <a:ext cx="1555750" cy="113652"/>
              </a:xfrm>
              <a:custGeom>
                <a:avLst/>
                <a:gdLst>
                  <a:gd name="connsiteX0" fmla="*/ 0 w 4406900"/>
                  <a:gd name="connsiteY0" fmla="*/ 876951 h 915051"/>
                  <a:gd name="connsiteX1" fmla="*/ 228600 w 4406900"/>
                  <a:gd name="connsiteY1" fmla="*/ 203851 h 915051"/>
                  <a:gd name="connsiteX2" fmla="*/ 419100 w 4406900"/>
                  <a:gd name="connsiteY2" fmla="*/ 889651 h 915051"/>
                  <a:gd name="connsiteX3" fmla="*/ 508000 w 4406900"/>
                  <a:gd name="connsiteY3" fmla="*/ 432451 h 915051"/>
                  <a:gd name="connsiteX4" fmla="*/ 571500 w 4406900"/>
                  <a:gd name="connsiteY4" fmla="*/ 902351 h 915051"/>
                  <a:gd name="connsiteX5" fmla="*/ 736600 w 4406900"/>
                  <a:gd name="connsiteY5" fmla="*/ 127651 h 915051"/>
                  <a:gd name="connsiteX6" fmla="*/ 863600 w 4406900"/>
                  <a:gd name="connsiteY6" fmla="*/ 902351 h 915051"/>
                  <a:gd name="connsiteX7" fmla="*/ 1016000 w 4406900"/>
                  <a:gd name="connsiteY7" fmla="*/ 229251 h 915051"/>
                  <a:gd name="connsiteX8" fmla="*/ 1092200 w 4406900"/>
                  <a:gd name="connsiteY8" fmla="*/ 889651 h 915051"/>
                  <a:gd name="connsiteX9" fmla="*/ 1244600 w 4406900"/>
                  <a:gd name="connsiteY9" fmla="*/ 89551 h 915051"/>
                  <a:gd name="connsiteX10" fmla="*/ 1384300 w 4406900"/>
                  <a:gd name="connsiteY10" fmla="*/ 915051 h 915051"/>
                  <a:gd name="connsiteX11" fmla="*/ 1524000 w 4406900"/>
                  <a:gd name="connsiteY11" fmla="*/ 89551 h 915051"/>
                  <a:gd name="connsiteX12" fmla="*/ 1651000 w 4406900"/>
                  <a:gd name="connsiteY12" fmla="*/ 699151 h 915051"/>
                  <a:gd name="connsiteX13" fmla="*/ 1803400 w 4406900"/>
                  <a:gd name="connsiteY13" fmla="*/ 64151 h 915051"/>
                  <a:gd name="connsiteX14" fmla="*/ 1943100 w 4406900"/>
                  <a:gd name="connsiteY14" fmla="*/ 902351 h 915051"/>
                  <a:gd name="connsiteX15" fmla="*/ 2044700 w 4406900"/>
                  <a:gd name="connsiteY15" fmla="*/ 470551 h 915051"/>
                  <a:gd name="connsiteX16" fmla="*/ 2108200 w 4406900"/>
                  <a:gd name="connsiteY16" fmla="*/ 889651 h 915051"/>
                  <a:gd name="connsiteX17" fmla="*/ 2298700 w 4406900"/>
                  <a:gd name="connsiteY17" fmla="*/ 38751 h 915051"/>
                  <a:gd name="connsiteX18" fmla="*/ 2400300 w 4406900"/>
                  <a:gd name="connsiteY18" fmla="*/ 876951 h 915051"/>
                  <a:gd name="connsiteX19" fmla="*/ 2616200 w 4406900"/>
                  <a:gd name="connsiteY19" fmla="*/ 38751 h 915051"/>
                  <a:gd name="connsiteX20" fmla="*/ 2806700 w 4406900"/>
                  <a:gd name="connsiteY20" fmla="*/ 851551 h 915051"/>
                  <a:gd name="connsiteX21" fmla="*/ 2959100 w 4406900"/>
                  <a:gd name="connsiteY21" fmla="*/ 419751 h 915051"/>
                  <a:gd name="connsiteX22" fmla="*/ 3086100 w 4406900"/>
                  <a:gd name="connsiteY22" fmla="*/ 889651 h 915051"/>
                  <a:gd name="connsiteX23" fmla="*/ 3225800 w 4406900"/>
                  <a:gd name="connsiteY23" fmla="*/ 153051 h 915051"/>
                  <a:gd name="connsiteX24" fmla="*/ 3378200 w 4406900"/>
                  <a:gd name="connsiteY24" fmla="*/ 902351 h 915051"/>
                  <a:gd name="connsiteX25" fmla="*/ 3505200 w 4406900"/>
                  <a:gd name="connsiteY25" fmla="*/ 318151 h 915051"/>
                  <a:gd name="connsiteX26" fmla="*/ 3644900 w 4406900"/>
                  <a:gd name="connsiteY26" fmla="*/ 889651 h 915051"/>
                  <a:gd name="connsiteX27" fmla="*/ 3822700 w 4406900"/>
                  <a:gd name="connsiteY27" fmla="*/ 292751 h 915051"/>
                  <a:gd name="connsiteX28" fmla="*/ 3937000 w 4406900"/>
                  <a:gd name="connsiteY28" fmla="*/ 749951 h 915051"/>
                  <a:gd name="connsiteX29" fmla="*/ 4127500 w 4406900"/>
                  <a:gd name="connsiteY29" fmla="*/ 651 h 915051"/>
                  <a:gd name="connsiteX30" fmla="*/ 4318000 w 4406900"/>
                  <a:gd name="connsiteY30" fmla="*/ 902351 h 915051"/>
                  <a:gd name="connsiteX31" fmla="*/ 4406900 w 4406900"/>
                  <a:gd name="connsiteY31" fmla="*/ 356251 h 915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406900" h="915051">
                    <a:moveTo>
                      <a:pt x="0" y="876951"/>
                    </a:moveTo>
                    <a:cubicBezTo>
                      <a:pt x="79375" y="539342"/>
                      <a:pt x="158750" y="201734"/>
                      <a:pt x="228600" y="203851"/>
                    </a:cubicBezTo>
                    <a:cubicBezTo>
                      <a:pt x="298450" y="205968"/>
                      <a:pt x="372533" y="851551"/>
                      <a:pt x="419100" y="889651"/>
                    </a:cubicBezTo>
                    <a:cubicBezTo>
                      <a:pt x="465667" y="927751"/>
                      <a:pt x="482600" y="430334"/>
                      <a:pt x="508000" y="432451"/>
                    </a:cubicBezTo>
                    <a:cubicBezTo>
                      <a:pt x="533400" y="434568"/>
                      <a:pt x="533400" y="953151"/>
                      <a:pt x="571500" y="902351"/>
                    </a:cubicBezTo>
                    <a:cubicBezTo>
                      <a:pt x="609600" y="851551"/>
                      <a:pt x="687917" y="127651"/>
                      <a:pt x="736600" y="127651"/>
                    </a:cubicBezTo>
                    <a:cubicBezTo>
                      <a:pt x="785283" y="127651"/>
                      <a:pt x="817033" y="885418"/>
                      <a:pt x="863600" y="902351"/>
                    </a:cubicBezTo>
                    <a:cubicBezTo>
                      <a:pt x="910167" y="919284"/>
                      <a:pt x="977900" y="231368"/>
                      <a:pt x="1016000" y="229251"/>
                    </a:cubicBezTo>
                    <a:cubicBezTo>
                      <a:pt x="1054100" y="227134"/>
                      <a:pt x="1054100" y="912934"/>
                      <a:pt x="1092200" y="889651"/>
                    </a:cubicBezTo>
                    <a:cubicBezTo>
                      <a:pt x="1130300" y="866368"/>
                      <a:pt x="1195917" y="85318"/>
                      <a:pt x="1244600" y="89551"/>
                    </a:cubicBezTo>
                    <a:cubicBezTo>
                      <a:pt x="1293283" y="93784"/>
                      <a:pt x="1337733" y="915051"/>
                      <a:pt x="1384300" y="915051"/>
                    </a:cubicBezTo>
                    <a:cubicBezTo>
                      <a:pt x="1430867" y="915051"/>
                      <a:pt x="1479550" y="125534"/>
                      <a:pt x="1524000" y="89551"/>
                    </a:cubicBezTo>
                    <a:cubicBezTo>
                      <a:pt x="1568450" y="53568"/>
                      <a:pt x="1604433" y="703384"/>
                      <a:pt x="1651000" y="699151"/>
                    </a:cubicBezTo>
                    <a:cubicBezTo>
                      <a:pt x="1697567" y="694918"/>
                      <a:pt x="1754717" y="30284"/>
                      <a:pt x="1803400" y="64151"/>
                    </a:cubicBezTo>
                    <a:cubicBezTo>
                      <a:pt x="1852083" y="98018"/>
                      <a:pt x="1902883" y="834618"/>
                      <a:pt x="1943100" y="902351"/>
                    </a:cubicBezTo>
                    <a:cubicBezTo>
                      <a:pt x="1983317" y="970084"/>
                      <a:pt x="2017183" y="472668"/>
                      <a:pt x="2044700" y="470551"/>
                    </a:cubicBezTo>
                    <a:cubicBezTo>
                      <a:pt x="2072217" y="468434"/>
                      <a:pt x="2065867" y="961618"/>
                      <a:pt x="2108200" y="889651"/>
                    </a:cubicBezTo>
                    <a:cubicBezTo>
                      <a:pt x="2150533" y="817684"/>
                      <a:pt x="2250017" y="40868"/>
                      <a:pt x="2298700" y="38751"/>
                    </a:cubicBezTo>
                    <a:cubicBezTo>
                      <a:pt x="2347383" y="36634"/>
                      <a:pt x="2347383" y="876951"/>
                      <a:pt x="2400300" y="876951"/>
                    </a:cubicBezTo>
                    <a:cubicBezTo>
                      <a:pt x="2453217" y="876951"/>
                      <a:pt x="2548467" y="42984"/>
                      <a:pt x="2616200" y="38751"/>
                    </a:cubicBezTo>
                    <a:cubicBezTo>
                      <a:pt x="2683933" y="34518"/>
                      <a:pt x="2749550" y="788051"/>
                      <a:pt x="2806700" y="851551"/>
                    </a:cubicBezTo>
                    <a:cubicBezTo>
                      <a:pt x="2863850" y="915051"/>
                      <a:pt x="2912533" y="413401"/>
                      <a:pt x="2959100" y="419751"/>
                    </a:cubicBezTo>
                    <a:cubicBezTo>
                      <a:pt x="3005667" y="426101"/>
                      <a:pt x="3041650" y="934101"/>
                      <a:pt x="3086100" y="889651"/>
                    </a:cubicBezTo>
                    <a:cubicBezTo>
                      <a:pt x="3130550" y="845201"/>
                      <a:pt x="3177117" y="150934"/>
                      <a:pt x="3225800" y="153051"/>
                    </a:cubicBezTo>
                    <a:cubicBezTo>
                      <a:pt x="3274483" y="155168"/>
                      <a:pt x="3331633" y="874834"/>
                      <a:pt x="3378200" y="902351"/>
                    </a:cubicBezTo>
                    <a:cubicBezTo>
                      <a:pt x="3424767" y="929868"/>
                      <a:pt x="3460750" y="320268"/>
                      <a:pt x="3505200" y="318151"/>
                    </a:cubicBezTo>
                    <a:cubicBezTo>
                      <a:pt x="3549650" y="316034"/>
                      <a:pt x="3591983" y="893884"/>
                      <a:pt x="3644900" y="889651"/>
                    </a:cubicBezTo>
                    <a:cubicBezTo>
                      <a:pt x="3697817" y="885418"/>
                      <a:pt x="3774017" y="316034"/>
                      <a:pt x="3822700" y="292751"/>
                    </a:cubicBezTo>
                    <a:cubicBezTo>
                      <a:pt x="3871383" y="269468"/>
                      <a:pt x="3886200" y="798634"/>
                      <a:pt x="3937000" y="749951"/>
                    </a:cubicBezTo>
                    <a:cubicBezTo>
                      <a:pt x="3987800" y="701268"/>
                      <a:pt x="4064000" y="-24749"/>
                      <a:pt x="4127500" y="651"/>
                    </a:cubicBezTo>
                    <a:cubicBezTo>
                      <a:pt x="4191000" y="26051"/>
                      <a:pt x="4271433" y="843084"/>
                      <a:pt x="4318000" y="902351"/>
                    </a:cubicBezTo>
                    <a:cubicBezTo>
                      <a:pt x="4364567" y="961618"/>
                      <a:pt x="4385733" y="658934"/>
                      <a:pt x="4406900" y="356251"/>
                    </a:cubicBezTo>
                  </a:path>
                </a:pathLst>
              </a:custGeom>
              <a:noFill/>
              <a:ln>
                <a:solidFill>
                  <a:srgbClr val="FE4F4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28E8EC41-1653-4C7A-E37C-9EF9FA4A878C}"/>
                  </a:ext>
                </a:extLst>
              </p:cNvPr>
              <p:cNvSpPr txBox="1"/>
              <p:nvPr/>
            </p:nvSpPr>
            <p:spPr>
              <a:xfrm>
                <a:off x="3448450" y="3996616"/>
                <a:ext cx="128190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slowly</a:t>
                </a:r>
                <a:r>
                  <a:rPr kumimoji="1"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change</a:t>
                </a:r>
                <a:endParaRPr kumimoji="1"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DA80FC2C-4BFC-0240-0339-E134A5643299}"/>
                  </a:ext>
                </a:extLst>
              </p:cNvPr>
              <p:cNvSpPr txBox="1"/>
              <p:nvPr/>
            </p:nvSpPr>
            <p:spPr>
              <a:xfrm>
                <a:off x="4770042" y="2724462"/>
                <a:ext cx="16375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dramatically</a:t>
                </a:r>
                <a:r>
                  <a:rPr kumimoji="1"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change</a:t>
                </a:r>
                <a:endParaRPr kumimoji="1"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8085AECF-616F-91EC-517A-68DEC71C204F}"/>
                  </a:ext>
                </a:extLst>
              </p:cNvPr>
              <p:cNvSpPr txBox="1"/>
              <p:nvPr/>
            </p:nvSpPr>
            <p:spPr>
              <a:xfrm>
                <a:off x="7804546" y="2474591"/>
                <a:ext cx="128190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slowly</a:t>
                </a:r>
                <a:r>
                  <a:rPr kumimoji="1"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change</a:t>
                </a:r>
                <a:endParaRPr kumimoji="1"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任意形状 23">
                <a:extLst>
                  <a:ext uri="{FF2B5EF4-FFF2-40B4-BE49-F238E27FC236}">
                    <a16:creationId xmlns:a16="http://schemas.microsoft.com/office/drawing/2014/main" id="{8C39F381-DC15-5607-DD3F-1C340C689A0E}"/>
                  </a:ext>
                </a:extLst>
              </p:cNvPr>
              <p:cNvSpPr/>
              <p:nvPr/>
            </p:nvSpPr>
            <p:spPr>
              <a:xfrm>
                <a:off x="6705600" y="3898900"/>
                <a:ext cx="635000" cy="165100"/>
              </a:xfrm>
              <a:custGeom>
                <a:avLst/>
                <a:gdLst>
                  <a:gd name="connsiteX0" fmla="*/ 0 w 635000"/>
                  <a:gd name="connsiteY0" fmla="*/ 0 h 165100"/>
                  <a:gd name="connsiteX1" fmla="*/ 139700 w 635000"/>
                  <a:gd name="connsiteY1" fmla="*/ 114300 h 165100"/>
                  <a:gd name="connsiteX2" fmla="*/ 635000 w 635000"/>
                  <a:gd name="connsiteY2" fmla="*/ 165100 h 165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35000" h="165100">
                    <a:moveTo>
                      <a:pt x="0" y="0"/>
                    </a:moveTo>
                    <a:cubicBezTo>
                      <a:pt x="16933" y="43391"/>
                      <a:pt x="33867" y="86783"/>
                      <a:pt x="139700" y="114300"/>
                    </a:cubicBezTo>
                    <a:cubicBezTo>
                      <a:pt x="245533" y="141817"/>
                      <a:pt x="440266" y="153458"/>
                      <a:pt x="635000" y="165100"/>
                    </a:cubicBezTo>
                  </a:path>
                </a:pathLst>
              </a:custGeom>
              <a:noFill/>
              <a:ln w="25400">
                <a:solidFill>
                  <a:schemeClr val="bg1">
                    <a:lumMod val="50000"/>
                  </a:schemeClr>
                </a:solidFill>
                <a:tailEnd type="arrow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B9D1A0DB-2A7A-EF20-45BC-42F047DACD44}"/>
                  </a:ext>
                </a:extLst>
              </p:cNvPr>
              <p:cNvSpPr/>
              <p:nvPr/>
            </p:nvSpPr>
            <p:spPr>
              <a:xfrm>
                <a:off x="7429500" y="3898900"/>
                <a:ext cx="1809751" cy="8889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58F70F5A-DB90-3790-4267-12B9D174F887}"/>
                  </a:ext>
                </a:extLst>
              </p:cNvPr>
              <p:cNvSpPr txBox="1"/>
              <p:nvPr/>
            </p:nvSpPr>
            <p:spPr>
              <a:xfrm>
                <a:off x="7735950" y="3922419"/>
                <a:ext cx="1103800" cy="2511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tipping point</a:t>
                </a:r>
                <a:endParaRPr kumimoji="1"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223A64E5-BE99-4F9E-2F21-3C5DB3424A2B}"/>
                  </a:ext>
                </a:extLst>
              </p:cNvPr>
              <p:cNvSpPr txBox="1"/>
              <p:nvPr/>
            </p:nvSpPr>
            <p:spPr>
              <a:xfrm>
                <a:off x="7510739" y="4282716"/>
                <a:ext cx="164727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Dynamic Network </a:t>
                </a:r>
              </a:p>
              <a:p>
                <a:pPr algn="ctr"/>
                <a:r>
                  <a:rPr kumimoji="1"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Biomarkers (DNBs)</a:t>
                </a:r>
                <a:endParaRPr kumimoji="1"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上箭头 27">
                <a:extLst>
                  <a:ext uri="{FF2B5EF4-FFF2-40B4-BE49-F238E27FC236}">
                    <a16:creationId xmlns:a16="http://schemas.microsoft.com/office/drawing/2014/main" id="{E0F9DD33-BD6A-EFC7-0230-6909C87DAB0D}"/>
                  </a:ext>
                </a:extLst>
              </p:cNvPr>
              <p:cNvSpPr/>
              <p:nvPr/>
            </p:nvSpPr>
            <p:spPr>
              <a:xfrm>
                <a:off x="8050351" y="4187964"/>
                <a:ext cx="477557" cy="125334"/>
              </a:xfrm>
              <a:prstGeom prst="upArrow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6303EDD4-91F8-F82B-8AB2-41B93353ECEE}"/>
                  </a:ext>
                </a:extLst>
              </p:cNvPr>
              <p:cNvSpPr txBox="1"/>
              <p:nvPr/>
            </p:nvSpPr>
            <p:spPr>
              <a:xfrm>
                <a:off x="3638550" y="1727627"/>
                <a:ext cx="8001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reversible</a:t>
                </a:r>
                <a:endParaRPr kumimoji="1"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BD787DEE-C0DA-022B-ACA7-D2AD4447CB60}"/>
                  </a:ext>
                </a:extLst>
              </p:cNvPr>
              <p:cNvSpPr txBox="1"/>
              <p:nvPr/>
            </p:nvSpPr>
            <p:spPr>
              <a:xfrm>
                <a:off x="7585865" y="1727627"/>
                <a:ext cx="98728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irreversible</a:t>
                </a:r>
                <a:endParaRPr kumimoji="1"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74364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7709EA0F-D80E-A975-7534-FA681E3102CA}"/>
              </a:ext>
            </a:extLst>
          </p:cNvPr>
          <p:cNvGrpSpPr/>
          <p:nvPr/>
        </p:nvGrpSpPr>
        <p:grpSpPr>
          <a:xfrm>
            <a:off x="1149752" y="308658"/>
            <a:ext cx="9892495" cy="6240684"/>
            <a:chOff x="1149751" y="-1"/>
            <a:chExt cx="9892495" cy="6240684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993E7DD6-891B-93FD-E2B3-F4B1D7C32F05}"/>
                </a:ext>
              </a:extLst>
            </p:cNvPr>
            <p:cNvSpPr/>
            <p:nvPr/>
          </p:nvSpPr>
          <p:spPr>
            <a:xfrm>
              <a:off x="4492906" y="-1"/>
              <a:ext cx="3206187" cy="89125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5FFCA473-81B7-9E98-2BC2-74632738D69F}"/>
                </a:ext>
              </a:extLst>
            </p:cNvPr>
            <p:cNvSpPr txBox="1"/>
            <p:nvPr/>
          </p:nvSpPr>
          <p:spPr>
            <a:xfrm>
              <a:off x="4678101" y="122458"/>
              <a:ext cx="30209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dirty="0">
                  <a:ln>
                    <a:solidFill>
                      <a:schemeClr val="tx1"/>
                    </a:solidFill>
                  </a:ln>
                  <a:latin typeface="SimSun" panose="02010600030101010101" pitchFamily="2" charset="-122"/>
                  <a:ea typeface="SimSun" panose="02010600030101010101" pitchFamily="2" charset="-122"/>
                </a:rPr>
                <a:t>复杂疾病个体特异性</a:t>
              </a:r>
              <a:endParaRPr kumimoji="1" lang="en-US" altLang="zh-CN" dirty="0">
                <a:ln>
                  <a:solidFill>
                    <a:schemeClr val="tx1"/>
                  </a:solidFill>
                </a:ln>
                <a:latin typeface="SimSun" panose="02010600030101010101" pitchFamily="2" charset="-122"/>
                <a:ea typeface="SimSun" panose="02010600030101010101" pitchFamily="2" charset="-122"/>
              </a:endParaRPr>
            </a:p>
            <a:p>
              <a:pPr algn="ctr"/>
              <a:r>
                <a:rPr kumimoji="1" lang="zh-CN" altLang="en-US" dirty="0">
                  <a:ln>
                    <a:solidFill>
                      <a:schemeClr val="tx1"/>
                    </a:solidFill>
                  </a:ln>
                  <a:latin typeface="SimSun" panose="02010600030101010101" pitchFamily="2" charset="-122"/>
                  <a:ea typeface="SimSun" panose="02010600030101010101" pitchFamily="2" charset="-122"/>
                </a:rPr>
                <a:t>因果网络构建及临界点预测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9F17B3B-1D26-F43C-06C8-7E582B2E0CC8}"/>
                </a:ext>
              </a:extLst>
            </p:cNvPr>
            <p:cNvSpPr/>
            <p:nvPr/>
          </p:nvSpPr>
          <p:spPr>
            <a:xfrm>
              <a:off x="5019553" y="1527858"/>
              <a:ext cx="2152891" cy="5787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F5F12C04-C820-BF48-AF01-FA72C8A86145}"/>
                </a:ext>
              </a:extLst>
            </p:cNvPr>
            <p:cNvSpPr txBox="1"/>
            <p:nvPr/>
          </p:nvSpPr>
          <p:spPr>
            <a:xfrm>
              <a:off x="5141088" y="1632559"/>
              <a:ext cx="20950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dirty="0">
                  <a:ln>
                    <a:solidFill>
                      <a:schemeClr val="tx1"/>
                    </a:solidFill>
                  </a:ln>
                  <a:latin typeface="SimSun" panose="02010600030101010101" pitchFamily="2" charset="-122"/>
                  <a:ea typeface="SimSun" panose="02010600030101010101" pitchFamily="2" charset="-122"/>
                </a:rPr>
                <a:t>微分方程数值模拟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6E0F8EE-D2C5-7B10-D142-FAEDFDA4FADE}"/>
                </a:ext>
              </a:extLst>
            </p:cNvPr>
            <p:cNvSpPr/>
            <p:nvPr/>
          </p:nvSpPr>
          <p:spPr>
            <a:xfrm>
              <a:off x="1149751" y="1527858"/>
              <a:ext cx="2152891" cy="5787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8D9B965-643B-D20B-E7D2-0B51E5F4A936}"/>
                </a:ext>
              </a:extLst>
            </p:cNvPr>
            <p:cNvSpPr/>
            <p:nvPr/>
          </p:nvSpPr>
          <p:spPr>
            <a:xfrm>
              <a:off x="8889355" y="1527858"/>
              <a:ext cx="2152891" cy="5787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A289F2A-AEA0-E394-B6A3-70C9F45D647F}"/>
                </a:ext>
              </a:extLst>
            </p:cNvPr>
            <p:cNvSpPr txBox="1"/>
            <p:nvPr/>
          </p:nvSpPr>
          <p:spPr>
            <a:xfrm>
              <a:off x="1861593" y="1632559"/>
              <a:ext cx="7292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dirty="0">
                  <a:ln>
                    <a:solidFill>
                      <a:schemeClr val="tx1"/>
                    </a:solidFill>
                  </a:ln>
                  <a:latin typeface="SimSun" panose="02010600030101010101" pitchFamily="2" charset="-122"/>
                  <a:ea typeface="SimSun" panose="02010600030101010101" pitchFamily="2" charset="-122"/>
                </a:rPr>
                <a:t>前言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BCA2EFEC-0B67-72A4-1A5F-90F5F53997F3}"/>
                </a:ext>
              </a:extLst>
            </p:cNvPr>
            <p:cNvSpPr txBox="1"/>
            <p:nvPr/>
          </p:nvSpPr>
          <p:spPr>
            <a:xfrm>
              <a:off x="9392853" y="1633088"/>
              <a:ext cx="11458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dirty="0">
                  <a:ln>
                    <a:solidFill>
                      <a:schemeClr val="tx1"/>
                    </a:solidFill>
                  </a:ln>
                  <a:latin typeface="SimSun" panose="02010600030101010101" pitchFamily="2" charset="-122"/>
                  <a:ea typeface="SimSun" panose="02010600030101010101" pitchFamily="2" charset="-122"/>
                </a:rPr>
                <a:t>研究内容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CDBC9CFA-6CDD-6FD0-3C86-79C6FB885EB0}"/>
                </a:ext>
              </a:extLst>
            </p:cNvPr>
            <p:cNvSpPr/>
            <p:nvPr/>
          </p:nvSpPr>
          <p:spPr>
            <a:xfrm>
              <a:off x="3792636" y="2801079"/>
              <a:ext cx="2152891" cy="5787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20B85B79-624A-6CE0-FDB6-632E23202486}"/>
                </a:ext>
              </a:extLst>
            </p:cNvPr>
            <p:cNvSpPr txBox="1"/>
            <p:nvPr/>
          </p:nvSpPr>
          <p:spPr>
            <a:xfrm>
              <a:off x="3821572" y="2920458"/>
              <a:ext cx="212395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GSE30550</a:t>
              </a:r>
              <a:r>
                <a:rPr kumimoji="1" lang="zh-CN" altLang="en-US" sz="1600" dirty="0">
                  <a:latin typeface="SimSun" panose="02010600030101010101" pitchFamily="2" charset="-122"/>
                  <a:ea typeface="SimSun" panose="02010600030101010101" pitchFamily="2" charset="-122"/>
                </a:rPr>
                <a:t>数据集分析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11DAB79E-4F5E-2050-73DA-7B555A020FCE}"/>
                </a:ext>
              </a:extLst>
            </p:cNvPr>
            <p:cNvSpPr/>
            <p:nvPr/>
          </p:nvSpPr>
          <p:spPr>
            <a:xfrm>
              <a:off x="3792635" y="3784933"/>
              <a:ext cx="2152891" cy="5787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A3FBA0AC-11AE-C849-F78C-9E8B80EB0CBA}"/>
                </a:ext>
              </a:extLst>
            </p:cNvPr>
            <p:cNvSpPr txBox="1"/>
            <p:nvPr/>
          </p:nvSpPr>
          <p:spPr>
            <a:xfrm>
              <a:off x="3941176" y="3905023"/>
              <a:ext cx="185580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DNB</a:t>
              </a:r>
              <a:r>
                <a:rPr kumimoji="1" lang="zh-CN" altLang="en-US" sz="1600" dirty="0">
                  <a:latin typeface="SimSun" panose="02010600030101010101" pitchFamily="2" charset="-122"/>
                  <a:ea typeface="SimSun" panose="02010600030101010101" pitchFamily="2" charset="-122"/>
                  <a:cs typeface="Times New Roman" panose="02020603050405020304" pitchFamily="18" charset="0"/>
                </a:rPr>
                <a:t>模块通路分析</a:t>
              </a:r>
              <a:endParaRPr kumimoji="1" lang="zh-CN" altLang="en-US" sz="1600" dirty="0">
                <a:latin typeface="SimSun" panose="02010600030101010101" pitchFamily="2" charset="-122"/>
                <a:ea typeface="SimSun" panose="02010600030101010101" pitchFamily="2" charset="-122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631C22B9-90F0-6D0E-63F0-7CB1BCCD4CCD}"/>
                </a:ext>
              </a:extLst>
            </p:cNvPr>
            <p:cNvSpPr/>
            <p:nvPr/>
          </p:nvSpPr>
          <p:spPr>
            <a:xfrm>
              <a:off x="6246475" y="2801079"/>
              <a:ext cx="2152891" cy="5787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BE1EF3B7-6669-415A-E270-ABD79F39BF51}"/>
                </a:ext>
              </a:extLst>
            </p:cNvPr>
            <p:cNvSpPr txBox="1"/>
            <p:nvPr/>
          </p:nvSpPr>
          <p:spPr>
            <a:xfrm>
              <a:off x="6260942" y="2828125"/>
              <a:ext cx="212395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TCGA-COAD/READ</a:t>
              </a:r>
            </a:p>
            <a:p>
              <a:pPr algn="ctr"/>
              <a:r>
                <a:rPr kumimoji="1" lang="zh-CN" altLang="en-US" sz="1400" dirty="0">
                  <a:latin typeface="SimSun" panose="02010600030101010101" pitchFamily="2" charset="-122"/>
                  <a:ea typeface="SimSun" panose="02010600030101010101" pitchFamily="2" charset="-122"/>
                </a:rPr>
                <a:t>数据集分析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864BCF32-76C2-50A2-58A1-291E7812B721}"/>
                </a:ext>
              </a:extLst>
            </p:cNvPr>
            <p:cNvSpPr/>
            <p:nvPr/>
          </p:nvSpPr>
          <p:spPr>
            <a:xfrm>
              <a:off x="6232006" y="3784933"/>
              <a:ext cx="2152891" cy="5787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FCA6A7B9-3974-BCB6-484F-46AE35B7EF3B}"/>
                </a:ext>
              </a:extLst>
            </p:cNvPr>
            <p:cNvSpPr txBox="1"/>
            <p:nvPr/>
          </p:nvSpPr>
          <p:spPr>
            <a:xfrm>
              <a:off x="6395015" y="3905023"/>
              <a:ext cx="185580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DNB</a:t>
              </a:r>
              <a:r>
                <a:rPr kumimoji="1" lang="zh-CN" altLang="en-US" sz="1600" dirty="0">
                  <a:latin typeface="SimSun" panose="02010600030101010101" pitchFamily="2" charset="-122"/>
                  <a:ea typeface="SimSun" panose="02010600030101010101" pitchFamily="2" charset="-122"/>
                  <a:cs typeface="Times New Roman" panose="02020603050405020304" pitchFamily="18" charset="0"/>
                </a:rPr>
                <a:t>模块通路分析</a:t>
              </a:r>
              <a:endParaRPr kumimoji="1" lang="zh-CN" altLang="en-US" sz="1600" dirty="0">
                <a:latin typeface="SimSun" panose="02010600030101010101" pitchFamily="2" charset="-122"/>
                <a:ea typeface="SimSun" panose="02010600030101010101" pitchFamily="2" charset="-122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1A96C1E2-A155-BE66-9966-1D1D6980A86E}"/>
                </a:ext>
              </a:extLst>
            </p:cNvPr>
            <p:cNvSpPr/>
            <p:nvPr/>
          </p:nvSpPr>
          <p:spPr>
            <a:xfrm rot="16200000">
              <a:off x="8397429" y="3293006"/>
              <a:ext cx="1562588" cy="5787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320139BC-6FC6-DA77-EDD9-02132547F442}"/>
                </a:ext>
              </a:extLst>
            </p:cNvPr>
            <p:cNvSpPr txBox="1"/>
            <p:nvPr/>
          </p:nvSpPr>
          <p:spPr>
            <a:xfrm>
              <a:off x="8907685" y="2920464"/>
              <a:ext cx="56040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400" dirty="0">
                  <a:latin typeface="SimSun" panose="02010600030101010101" pitchFamily="2" charset="-122"/>
                  <a:ea typeface="SimSun" panose="02010600030101010101" pitchFamily="2" charset="-122"/>
                </a:rPr>
                <a:t>基因调控网络的数值模拟</a:t>
              </a: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78A9F925-9BBC-6802-C9F9-7A6D3FE1EFD4}"/>
                </a:ext>
              </a:extLst>
            </p:cNvPr>
            <p:cNvSpPr/>
            <p:nvPr/>
          </p:nvSpPr>
          <p:spPr>
            <a:xfrm rot="16200000">
              <a:off x="9191255" y="3293006"/>
              <a:ext cx="1562588" cy="5787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43F11D1E-27CB-119D-71B7-164B6CE0D258}"/>
                </a:ext>
              </a:extLst>
            </p:cNvPr>
            <p:cNvSpPr/>
            <p:nvPr/>
          </p:nvSpPr>
          <p:spPr>
            <a:xfrm rot="16200000">
              <a:off x="9971585" y="3293006"/>
              <a:ext cx="1562588" cy="5787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E3CA1FDF-972B-A349-1386-2106A7630223}"/>
                </a:ext>
              </a:extLst>
            </p:cNvPr>
            <p:cNvSpPr txBox="1"/>
            <p:nvPr/>
          </p:nvSpPr>
          <p:spPr>
            <a:xfrm>
              <a:off x="9701510" y="2920464"/>
              <a:ext cx="56040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400" dirty="0">
                  <a:latin typeface="SimSun" panose="02010600030101010101" pitchFamily="2" charset="-122"/>
                  <a:ea typeface="SimSun" panose="02010600030101010101" pitchFamily="2" charset="-122"/>
                </a:rPr>
                <a:t>在流感单细胞数据上的应用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75E93256-6F48-5467-A9D3-E337FA4684C6}"/>
                </a:ext>
              </a:extLst>
            </p:cNvPr>
            <p:cNvSpPr txBox="1"/>
            <p:nvPr/>
          </p:nvSpPr>
          <p:spPr>
            <a:xfrm>
              <a:off x="10481840" y="2920475"/>
              <a:ext cx="56040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400" dirty="0">
                  <a:latin typeface="SimSun" panose="02010600030101010101" pitchFamily="2" charset="-122"/>
                  <a:ea typeface="SimSun" panose="02010600030101010101" pitchFamily="2" charset="-122"/>
                </a:rPr>
                <a:t>在结直肠癌数据上的应用</a:t>
              </a: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ED800394-8B78-82EB-0142-3DBCC7EE4BCE}"/>
                </a:ext>
              </a:extLst>
            </p:cNvPr>
            <p:cNvSpPr/>
            <p:nvPr/>
          </p:nvSpPr>
          <p:spPr>
            <a:xfrm rot="16200000">
              <a:off x="657824" y="3293006"/>
              <a:ext cx="1562588" cy="5787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5B2727A-6405-1C6E-E575-67E389089D7E}"/>
                </a:ext>
              </a:extLst>
            </p:cNvPr>
            <p:cNvSpPr/>
            <p:nvPr/>
          </p:nvSpPr>
          <p:spPr>
            <a:xfrm rot="16200000">
              <a:off x="2231982" y="3293006"/>
              <a:ext cx="1562588" cy="5787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1DFDEDB9-13C9-9AB0-C20A-8ECDDC0DCFEE}"/>
                </a:ext>
              </a:extLst>
            </p:cNvPr>
            <p:cNvSpPr/>
            <p:nvPr/>
          </p:nvSpPr>
          <p:spPr>
            <a:xfrm rot="16200000">
              <a:off x="1439585" y="3293011"/>
              <a:ext cx="1562588" cy="5787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1C545AD1-F28F-2F56-7FCA-7A04F2F39605}"/>
                </a:ext>
              </a:extLst>
            </p:cNvPr>
            <p:cNvSpPr txBox="1"/>
            <p:nvPr/>
          </p:nvSpPr>
          <p:spPr>
            <a:xfrm>
              <a:off x="1168078" y="3028185"/>
              <a:ext cx="560406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400" dirty="0">
                  <a:latin typeface="SimSun" panose="02010600030101010101" pitchFamily="2" charset="-122"/>
                  <a:ea typeface="SimSun" panose="02010600030101010101" pitchFamily="2" charset="-122"/>
                </a:rPr>
                <a:t>选题背景及研究目的</a:t>
              </a: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3B45F253-3179-AEFB-5EC3-BEB8AB5A77D3}"/>
                </a:ext>
              </a:extLst>
            </p:cNvPr>
            <p:cNvSpPr txBox="1"/>
            <p:nvPr/>
          </p:nvSpPr>
          <p:spPr>
            <a:xfrm>
              <a:off x="1976371" y="3023803"/>
              <a:ext cx="560406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400" dirty="0">
                  <a:latin typeface="SimSun" panose="02010600030101010101" pitchFamily="2" charset="-122"/>
                  <a:ea typeface="SimSun" panose="02010600030101010101" pitchFamily="2" charset="-122"/>
                </a:rPr>
                <a:t>研究框架与理论依据</a:t>
              </a: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58229E27-C809-4931-E16E-404EC4061E01}"/>
                </a:ext>
              </a:extLst>
            </p:cNvPr>
            <p:cNvSpPr txBox="1"/>
            <p:nvPr/>
          </p:nvSpPr>
          <p:spPr>
            <a:xfrm>
              <a:off x="2749472" y="3023802"/>
              <a:ext cx="560406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400" dirty="0">
                  <a:latin typeface="SimSun" panose="02010600030101010101" pitchFamily="2" charset="-122"/>
                  <a:ea typeface="SimSun" panose="02010600030101010101" pitchFamily="2" charset="-122"/>
                </a:rPr>
                <a:t>研究基础与研究现状</a:t>
              </a: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EEF10252-35D7-610C-3E5D-73CFC3FBBFC7}"/>
                </a:ext>
              </a:extLst>
            </p:cNvPr>
            <p:cNvSpPr/>
            <p:nvPr/>
          </p:nvSpPr>
          <p:spPr>
            <a:xfrm>
              <a:off x="1149751" y="4936459"/>
              <a:ext cx="2152891" cy="35020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FA180650-CE25-BE9C-A321-8A4F6625530F}"/>
                </a:ext>
              </a:extLst>
            </p:cNvPr>
            <p:cNvSpPr txBox="1"/>
            <p:nvPr/>
          </p:nvSpPr>
          <p:spPr>
            <a:xfrm>
              <a:off x="1845441" y="4957673"/>
              <a:ext cx="78707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400" dirty="0"/>
                <a:t>创新点</a:t>
              </a: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02A7B870-4A3F-9FEA-E5C7-A9658BA49487}"/>
                </a:ext>
              </a:extLst>
            </p:cNvPr>
            <p:cNvSpPr/>
            <p:nvPr/>
          </p:nvSpPr>
          <p:spPr>
            <a:xfrm>
              <a:off x="5019552" y="5661949"/>
              <a:ext cx="2152891" cy="5787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661890AE-BCD8-9AE9-E035-C0B3DF866118}"/>
                </a:ext>
              </a:extLst>
            </p:cNvPr>
            <p:cNvSpPr txBox="1"/>
            <p:nvPr/>
          </p:nvSpPr>
          <p:spPr>
            <a:xfrm>
              <a:off x="5523050" y="5766650"/>
              <a:ext cx="11458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dirty="0">
                  <a:ln>
                    <a:solidFill>
                      <a:schemeClr val="tx1"/>
                    </a:solidFill>
                  </a:ln>
                  <a:latin typeface="SimSun" panose="02010600030101010101" pitchFamily="2" charset="-122"/>
                  <a:ea typeface="SimSun" panose="02010600030101010101" pitchFamily="2" charset="-122"/>
                </a:rPr>
                <a:t>研究结论</a:t>
              </a:r>
            </a:p>
          </p:txBody>
        </p:sp>
        <p:cxnSp>
          <p:nvCxnSpPr>
            <p:cNvPr id="50" name="直线连接符 49">
              <a:extLst>
                <a:ext uri="{FF2B5EF4-FFF2-40B4-BE49-F238E27FC236}">
                  <a16:creationId xmlns:a16="http://schemas.microsoft.com/office/drawing/2014/main" id="{3C5678F2-F07D-ED73-F194-DEB3F6E85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20878" y="1151902"/>
              <a:ext cx="7760835" cy="2871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直线箭头连接符 52">
              <a:extLst>
                <a:ext uri="{FF2B5EF4-FFF2-40B4-BE49-F238E27FC236}">
                  <a16:creationId xmlns:a16="http://schemas.microsoft.com/office/drawing/2014/main" id="{C5AD8435-3145-E431-B2BF-A3CDE6AB4913}"/>
                </a:ext>
              </a:extLst>
            </p:cNvPr>
            <p:cNvCxnSpPr>
              <a:cxnSpLocks/>
            </p:cNvCxnSpPr>
            <p:nvPr/>
          </p:nvCxnSpPr>
          <p:spPr>
            <a:xfrm>
              <a:off x="2209303" y="1151902"/>
              <a:ext cx="0" cy="36438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线箭头连接符 53">
              <a:extLst>
                <a:ext uri="{FF2B5EF4-FFF2-40B4-BE49-F238E27FC236}">
                  <a16:creationId xmlns:a16="http://schemas.microsoft.com/office/drawing/2014/main" id="{BE454F6B-4E01-3A14-F83C-1BD7EF77D291}"/>
                </a:ext>
              </a:extLst>
            </p:cNvPr>
            <p:cNvCxnSpPr>
              <a:cxnSpLocks/>
            </p:cNvCxnSpPr>
            <p:nvPr/>
          </p:nvCxnSpPr>
          <p:spPr>
            <a:xfrm>
              <a:off x="9981710" y="1180617"/>
              <a:ext cx="3" cy="3356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线箭头连接符 55">
              <a:extLst>
                <a:ext uri="{FF2B5EF4-FFF2-40B4-BE49-F238E27FC236}">
                  <a16:creationId xmlns:a16="http://schemas.microsoft.com/office/drawing/2014/main" id="{2270E3BD-0D22-C403-41D3-E9C57D9313FE}"/>
                </a:ext>
              </a:extLst>
            </p:cNvPr>
            <p:cNvCxnSpPr>
              <a:stCxn id="5" idx="2"/>
              <a:endCxn id="8" idx="0"/>
            </p:cNvCxnSpPr>
            <p:nvPr/>
          </p:nvCxnSpPr>
          <p:spPr>
            <a:xfrm flipH="1">
              <a:off x="6095999" y="891250"/>
              <a:ext cx="1" cy="6366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线连接符 56">
              <a:extLst>
                <a:ext uri="{FF2B5EF4-FFF2-40B4-BE49-F238E27FC236}">
                  <a16:creationId xmlns:a16="http://schemas.microsoft.com/office/drawing/2014/main" id="{AC304203-68A3-36FC-E4AD-A2DE0F4D2E0C}"/>
                </a:ext>
              </a:extLst>
            </p:cNvPr>
            <p:cNvCxnSpPr>
              <a:cxnSpLocks/>
            </p:cNvCxnSpPr>
            <p:nvPr/>
          </p:nvCxnSpPr>
          <p:spPr>
            <a:xfrm>
              <a:off x="1448281" y="2502588"/>
              <a:ext cx="158139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直线箭头连接符 58">
              <a:extLst>
                <a:ext uri="{FF2B5EF4-FFF2-40B4-BE49-F238E27FC236}">
                  <a16:creationId xmlns:a16="http://schemas.microsoft.com/office/drawing/2014/main" id="{8992DE5B-1517-ED61-CB02-2FB50F561833}"/>
                </a:ext>
              </a:extLst>
            </p:cNvPr>
            <p:cNvCxnSpPr>
              <a:cxnSpLocks/>
              <a:endCxn id="38" idx="3"/>
            </p:cNvCxnSpPr>
            <p:nvPr/>
          </p:nvCxnSpPr>
          <p:spPr>
            <a:xfrm>
              <a:off x="2220879" y="2108962"/>
              <a:ext cx="0" cy="69212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线箭头连接符 62">
              <a:extLst>
                <a:ext uri="{FF2B5EF4-FFF2-40B4-BE49-F238E27FC236}">
                  <a16:creationId xmlns:a16="http://schemas.microsoft.com/office/drawing/2014/main" id="{1D45A8F2-E2D9-46D1-F6AE-DBA2400B5C7C}"/>
                </a:ext>
              </a:extLst>
            </p:cNvPr>
            <p:cNvCxnSpPr>
              <a:cxnSpLocks/>
            </p:cNvCxnSpPr>
            <p:nvPr/>
          </p:nvCxnSpPr>
          <p:spPr>
            <a:xfrm>
              <a:off x="1448749" y="2502588"/>
              <a:ext cx="0" cy="29849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线箭头连接符 66">
              <a:extLst>
                <a:ext uri="{FF2B5EF4-FFF2-40B4-BE49-F238E27FC236}">
                  <a16:creationId xmlns:a16="http://schemas.microsoft.com/office/drawing/2014/main" id="{F0CB31E7-671A-C7AB-4A6B-ADAC9BF61D8A}"/>
                </a:ext>
              </a:extLst>
            </p:cNvPr>
            <p:cNvCxnSpPr>
              <a:cxnSpLocks/>
            </p:cNvCxnSpPr>
            <p:nvPr/>
          </p:nvCxnSpPr>
          <p:spPr>
            <a:xfrm>
              <a:off x="3029675" y="2502588"/>
              <a:ext cx="0" cy="29849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线连接符 67">
              <a:extLst>
                <a:ext uri="{FF2B5EF4-FFF2-40B4-BE49-F238E27FC236}">
                  <a16:creationId xmlns:a16="http://schemas.microsoft.com/office/drawing/2014/main" id="{DE5B9AAB-C328-E800-FFD5-BE14D991C3A3}"/>
                </a:ext>
              </a:extLst>
            </p:cNvPr>
            <p:cNvCxnSpPr>
              <a:cxnSpLocks/>
            </p:cNvCxnSpPr>
            <p:nvPr/>
          </p:nvCxnSpPr>
          <p:spPr>
            <a:xfrm>
              <a:off x="4869080" y="2502588"/>
              <a:ext cx="245383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直线箭头连接符 69">
              <a:extLst>
                <a:ext uri="{FF2B5EF4-FFF2-40B4-BE49-F238E27FC236}">
                  <a16:creationId xmlns:a16="http://schemas.microsoft.com/office/drawing/2014/main" id="{2CB3E194-0313-AF36-A4F9-D301745765DF}"/>
                </a:ext>
              </a:extLst>
            </p:cNvPr>
            <p:cNvCxnSpPr>
              <a:cxnSpLocks/>
            </p:cNvCxnSpPr>
            <p:nvPr/>
          </p:nvCxnSpPr>
          <p:spPr>
            <a:xfrm>
              <a:off x="4869080" y="2502588"/>
              <a:ext cx="0" cy="29849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线箭头连接符 70">
              <a:extLst>
                <a:ext uri="{FF2B5EF4-FFF2-40B4-BE49-F238E27FC236}">
                  <a16:creationId xmlns:a16="http://schemas.microsoft.com/office/drawing/2014/main" id="{862CEC4E-C889-2FB2-5075-60F22F00BBBF}"/>
                </a:ext>
              </a:extLst>
            </p:cNvPr>
            <p:cNvCxnSpPr>
              <a:cxnSpLocks/>
            </p:cNvCxnSpPr>
            <p:nvPr/>
          </p:nvCxnSpPr>
          <p:spPr>
            <a:xfrm>
              <a:off x="7322919" y="2502588"/>
              <a:ext cx="0" cy="29849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线箭头连接符 71">
              <a:extLst>
                <a:ext uri="{FF2B5EF4-FFF2-40B4-BE49-F238E27FC236}">
                  <a16:creationId xmlns:a16="http://schemas.microsoft.com/office/drawing/2014/main" id="{FC361982-1C21-8A22-F4B6-8E65AC938C8A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>
              <a:off x="4869080" y="3379813"/>
              <a:ext cx="1" cy="4051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线箭头连接符 73">
              <a:extLst>
                <a:ext uri="{FF2B5EF4-FFF2-40B4-BE49-F238E27FC236}">
                  <a16:creationId xmlns:a16="http://schemas.microsoft.com/office/drawing/2014/main" id="{A408E127-AFD2-4594-CBA5-0CE66EF54487}"/>
                </a:ext>
              </a:extLst>
            </p:cNvPr>
            <p:cNvCxnSpPr>
              <a:cxnSpLocks/>
            </p:cNvCxnSpPr>
            <p:nvPr/>
          </p:nvCxnSpPr>
          <p:spPr>
            <a:xfrm>
              <a:off x="7330153" y="3379813"/>
              <a:ext cx="1" cy="4051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线连接符 75">
              <a:extLst>
                <a:ext uri="{FF2B5EF4-FFF2-40B4-BE49-F238E27FC236}">
                  <a16:creationId xmlns:a16="http://schemas.microsoft.com/office/drawing/2014/main" id="{BCC583A4-22BD-CD5C-DE1A-1BA2D873B94A}"/>
                </a:ext>
              </a:extLst>
            </p:cNvPr>
            <p:cNvCxnSpPr>
              <a:cxnSpLocks/>
            </p:cNvCxnSpPr>
            <p:nvPr/>
          </p:nvCxnSpPr>
          <p:spPr>
            <a:xfrm>
              <a:off x="4869080" y="4672686"/>
              <a:ext cx="2461073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直线连接符 78">
              <a:extLst>
                <a:ext uri="{FF2B5EF4-FFF2-40B4-BE49-F238E27FC236}">
                  <a16:creationId xmlns:a16="http://schemas.microsoft.com/office/drawing/2014/main" id="{8EED092F-0715-75EB-0505-B9BB1B32031D}"/>
                </a:ext>
              </a:extLst>
            </p:cNvPr>
            <p:cNvCxnSpPr>
              <a:endCxn id="21" idx="2"/>
            </p:cNvCxnSpPr>
            <p:nvPr/>
          </p:nvCxnSpPr>
          <p:spPr>
            <a:xfrm flipV="1">
              <a:off x="4869080" y="4363667"/>
              <a:ext cx="1" cy="30901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线连接符 79">
              <a:extLst>
                <a:ext uri="{FF2B5EF4-FFF2-40B4-BE49-F238E27FC236}">
                  <a16:creationId xmlns:a16="http://schemas.microsoft.com/office/drawing/2014/main" id="{02EDF57A-EF8E-D709-6222-96E9FCD0291D}"/>
                </a:ext>
              </a:extLst>
            </p:cNvPr>
            <p:cNvCxnSpPr/>
            <p:nvPr/>
          </p:nvCxnSpPr>
          <p:spPr>
            <a:xfrm flipV="1">
              <a:off x="7337866" y="4363667"/>
              <a:ext cx="1" cy="30901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线箭头连接符 80">
              <a:extLst>
                <a:ext uri="{FF2B5EF4-FFF2-40B4-BE49-F238E27FC236}">
                  <a16:creationId xmlns:a16="http://schemas.microsoft.com/office/drawing/2014/main" id="{8905E6D5-77D2-82A5-ED49-8DA77C7BA98F}"/>
                </a:ext>
              </a:extLst>
            </p:cNvPr>
            <p:cNvCxnSpPr>
              <a:cxnSpLocks/>
              <a:endCxn id="46" idx="0"/>
            </p:cNvCxnSpPr>
            <p:nvPr/>
          </p:nvCxnSpPr>
          <p:spPr>
            <a:xfrm>
              <a:off x="6095998" y="4672686"/>
              <a:ext cx="0" cy="98926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线箭头连接符 82">
              <a:extLst>
                <a:ext uri="{FF2B5EF4-FFF2-40B4-BE49-F238E27FC236}">
                  <a16:creationId xmlns:a16="http://schemas.microsoft.com/office/drawing/2014/main" id="{D3154349-DB06-CEAF-1FDE-9CDBF38AD4D9}"/>
                </a:ext>
              </a:extLst>
            </p:cNvPr>
            <p:cNvCxnSpPr>
              <a:cxnSpLocks/>
            </p:cNvCxnSpPr>
            <p:nvPr/>
          </p:nvCxnSpPr>
          <p:spPr>
            <a:xfrm>
              <a:off x="6095998" y="2119535"/>
              <a:ext cx="0" cy="3921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线连接符 87">
              <a:extLst>
                <a:ext uri="{FF2B5EF4-FFF2-40B4-BE49-F238E27FC236}">
                  <a16:creationId xmlns:a16="http://schemas.microsoft.com/office/drawing/2014/main" id="{A4F2B3A6-2E48-B047-0480-420709EA424E}"/>
                </a:ext>
              </a:extLst>
            </p:cNvPr>
            <p:cNvCxnSpPr>
              <a:cxnSpLocks/>
            </p:cNvCxnSpPr>
            <p:nvPr/>
          </p:nvCxnSpPr>
          <p:spPr>
            <a:xfrm>
              <a:off x="9191013" y="2502582"/>
              <a:ext cx="158139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直线箭头连接符 88">
              <a:extLst>
                <a:ext uri="{FF2B5EF4-FFF2-40B4-BE49-F238E27FC236}">
                  <a16:creationId xmlns:a16="http://schemas.microsoft.com/office/drawing/2014/main" id="{0942D7C5-5787-2B67-B94B-E07F9C34DF7D}"/>
                </a:ext>
              </a:extLst>
            </p:cNvPr>
            <p:cNvCxnSpPr>
              <a:cxnSpLocks/>
            </p:cNvCxnSpPr>
            <p:nvPr/>
          </p:nvCxnSpPr>
          <p:spPr>
            <a:xfrm>
              <a:off x="9963611" y="2108956"/>
              <a:ext cx="0" cy="69212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线箭头连接符 89">
              <a:extLst>
                <a:ext uri="{FF2B5EF4-FFF2-40B4-BE49-F238E27FC236}">
                  <a16:creationId xmlns:a16="http://schemas.microsoft.com/office/drawing/2014/main" id="{9C550068-1EDD-E158-7A78-13998CA1BA97}"/>
                </a:ext>
              </a:extLst>
            </p:cNvPr>
            <p:cNvCxnSpPr>
              <a:cxnSpLocks/>
            </p:cNvCxnSpPr>
            <p:nvPr/>
          </p:nvCxnSpPr>
          <p:spPr>
            <a:xfrm>
              <a:off x="9191481" y="2502582"/>
              <a:ext cx="0" cy="29849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线箭头连接符 90">
              <a:extLst>
                <a:ext uri="{FF2B5EF4-FFF2-40B4-BE49-F238E27FC236}">
                  <a16:creationId xmlns:a16="http://schemas.microsoft.com/office/drawing/2014/main" id="{F64319F2-A0A3-3C58-C6EB-8A4F8F97496E}"/>
                </a:ext>
              </a:extLst>
            </p:cNvPr>
            <p:cNvCxnSpPr>
              <a:cxnSpLocks/>
            </p:cNvCxnSpPr>
            <p:nvPr/>
          </p:nvCxnSpPr>
          <p:spPr>
            <a:xfrm>
              <a:off x="10772407" y="2502582"/>
              <a:ext cx="0" cy="29849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6" name="组合 95">
              <a:extLst>
                <a:ext uri="{FF2B5EF4-FFF2-40B4-BE49-F238E27FC236}">
                  <a16:creationId xmlns:a16="http://schemas.microsoft.com/office/drawing/2014/main" id="{285F432A-0D91-D157-1900-63DE76AAE9FC}"/>
                </a:ext>
              </a:extLst>
            </p:cNvPr>
            <p:cNvGrpSpPr/>
            <p:nvPr/>
          </p:nvGrpSpPr>
          <p:grpSpPr>
            <a:xfrm>
              <a:off x="1465877" y="4363667"/>
              <a:ext cx="1581394" cy="309019"/>
              <a:chOff x="1465877" y="4363667"/>
              <a:chExt cx="1581394" cy="309019"/>
            </a:xfrm>
          </p:grpSpPr>
          <p:cxnSp>
            <p:nvCxnSpPr>
              <p:cNvPr id="75" name="直线连接符 74">
                <a:extLst>
                  <a:ext uri="{FF2B5EF4-FFF2-40B4-BE49-F238E27FC236}">
                    <a16:creationId xmlns:a16="http://schemas.microsoft.com/office/drawing/2014/main" id="{B720047D-18A5-E549-735B-7A7CE9FF06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65877" y="4665497"/>
                <a:ext cx="158139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直线连接符 91">
                <a:extLst>
                  <a:ext uri="{FF2B5EF4-FFF2-40B4-BE49-F238E27FC236}">
                    <a16:creationId xmlns:a16="http://schemas.microsoft.com/office/drawing/2014/main" id="{9B2C0B4E-A8C4-90FC-4ECB-07CA830D8357}"/>
                  </a:ext>
                </a:extLst>
              </p:cNvPr>
              <p:cNvCxnSpPr/>
              <p:nvPr/>
            </p:nvCxnSpPr>
            <p:spPr>
              <a:xfrm flipV="1">
                <a:off x="1466607" y="4363667"/>
                <a:ext cx="1" cy="309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线连接符 92">
                <a:extLst>
                  <a:ext uri="{FF2B5EF4-FFF2-40B4-BE49-F238E27FC236}">
                    <a16:creationId xmlns:a16="http://schemas.microsoft.com/office/drawing/2014/main" id="{E8A7D455-42B9-2CF3-B75F-D7B2DD0F8734}"/>
                  </a:ext>
                </a:extLst>
              </p:cNvPr>
              <p:cNvCxnSpPr/>
              <p:nvPr/>
            </p:nvCxnSpPr>
            <p:spPr>
              <a:xfrm flipV="1">
                <a:off x="3039549" y="4363667"/>
                <a:ext cx="1" cy="309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4" name="直线箭头连接符 93">
              <a:extLst>
                <a:ext uri="{FF2B5EF4-FFF2-40B4-BE49-F238E27FC236}">
                  <a16:creationId xmlns:a16="http://schemas.microsoft.com/office/drawing/2014/main" id="{E501A281-9FBD-D48E-8A1B-6BB752757083}"/>
                </a:ext>
              </a:extLst>
            </p:cNvPr>
            <p:cNvCxnSpPr>
              <a:cxnSpLocks/>
            </p:cNvCxnSpPr>
            <p:nvPr/>
          </p:nvCxnSpPr>
          <p:spPr>
            <a:xfrm>
              <a:off x="2209303" y="4363667"/>
              <a:ext cx="0" cy="57279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7" name="组合 96">
              <a:extLst>
                <a:ext uri="{FF2B5EF4-FFF2-40B4-BE49-F238E27FC236}">
                  <a16:creationId xmlns:a16="http://schemas.microsoft.com/office/drawing/2014/main" id="{0CE49CC2-CC66-14AD-2E10-3703B465D56A}"/>
                </a:ext>
              </a:extLst>
            </p:cNvPr>
            <p:cNvGrpSpPr/>
            <p:nvPr/>
          </p:nvGrpSpPr>
          <p:grpSpPr>
            <a:xfrm>
              <a:off x="9187888" y="4363667"/>
              <a:ext cx="1581394" cy="309019"/>
              <a:chOff x="1465877" y="4363667"/>
              <a:chExt cx="1581394" cy="309019"/>
            </a:xfrm>
          </p:grpSpPr>
          <p:cxnSp>
            <p:nvCxnSpPr>
              <p:cNvPr id="98" name="直线连接符 97">
                <a:extLst>
                  <a:ext uri="{FF2B5EF4-FFF2-40B4-BE49-F238E27FC236}">
                    <a16:creationId xmlns:a16="http://schemas.microsoft.com/office/drawing/2014/main" id="{B4A881E6-8F55-44E6-4E61-7D14907DC1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65877" y="4665497"/>
                <a:ext cx="158139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直线连接符 98">
                <a:extLst>
                  <a:ext uri="{FF2B5EF4-FFF2-40B4-BE49-F238E27FC236}">
                    <a16:creationId xmlns:a16="http://schemas.microsoft.com/office/drawing/2014/main" id="{6E7713EF-A6EC-3C74-FFAB-F53E518F05A5}"/>
                  </a:ext>
                </a:extLst>
              </p:cNvPr>
              <p:cNvCxnSpPr/>
              <p:nvPr/>
            </p:nvCxnSpPr>
            <p:spPr>
              <a:xfrm flipV="1">
                <a:off x="1466607" y="4363667"/>
                <a:ext cx="1" cy="309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线连接符 99">
                <a:extLst>
                  <a:ext uri="{FF2B5EF4-FFF2-40B4-BE49-F238E27FC236}">
                    <a16:creationId xmlns:a16="http://schemas.microsoft.com/office/drawing/2014/main" id="{31097357-3DC1-E884-FB98-D43158B6136B}"/>
                  </a:ext>
                </a:extLst>
              </p:cNvPr>
              <p:cNvCxnSpPr/>
              <p:nvPr/>
            </p:nvCxnSpPr>
            <p:spPr>
              <a:xfrm flipV="1">
                <a:off x="3039549" y="4363667"/>
                <a:ext cx="1" cy="309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1" name="直线箭头连接符 100">
              <a:extLst>
                <a:ext uri="{FF2B5EF4-FFF2-40B4-BE49-F238E27FC236}">
                  <a16:creationId xmlns:a16="http://schemas.microsoft.com/office/drawing/2014/main" id="{0D2FE53F-FE2A-6838-47B0-15E7306ACEBE}"/>
                </a:ext>
              </a:extLst>
            </p:cNvPr>
            <p:cNvCxnSpPr>
              <a:cxnSpLocks/>
            </p:cNvCxnSpPr>
            <p:nvPr/>
          </p:nvCxnSpPr>
          <p:spPr>
            <a:xfrm>
              <a:off x="2209303" y="5972534"/>
              <a:ext cx="281024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线箭头连接符 102">
              <a:extLst>
                <a:ext uri="{FF2B5EF4-FFF2-40B4-BE49-F238E27FC236}">
                  <a16:creationId xmlns:a16="http://schemas.microsoft.com/office/drawing/2014/main" id="{B04721C7-EF23-971F-DC87-C0A2EF1784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72443" y="5968677"/>
              <a:ext cx="2809267" cy="38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线连接符 106">
              <a:extLst>
                <a:ext uri="{FF2B5EF4-FFF2-40B4-BE49-F238E27FC236}">
                  <a16:creationId xmlns:a16="http://schemas.microsoft.com/office/drawing/2014/main" id="{95A13F40-F771-8D0B-20B2-E6E9EA26F3D8}"/>
                </a:ext>
              </a:extLst>
            </p:cNvPr>
            <p:cNvCxnSpPr>
              <a:stCxn id="31" idx="1"/>
            </p:cNvCxnSpPr>
            <p:nvPr/>
          </p:nvCxnSpPr>
          <p:spPr>
            <a:xfrm>
              <a:off x="9972549" y="4363667"/>
              <a:ext cx="9161" cy="16088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线连接符 108">
              <a:extLst>
                <a:ext uri="{FF2B5EF4-FFF2-40B4-BE49-F238E27FC236}">
                  <a16:creationId xmlns:a16="http://schemas.microsoft.com/office/drawing/2014/main" id="{F29C8B19-8E6B-3AA0-DFE6-9EE2BB948E49}"/>
                </a:ext>
              </a:extLst>
            </p:cNvPr>
            <p:cNvCxnSpPr>
              <a:cxnSpLocks/>
            </p:cNvCxnSpPr>
            <p:nvPr/>
          </p:nvCxnSpPr>
          <p:spPr>
            <a:xfrm>
              <a:off x="2209303" y="5295273"/>
              <a:ext cx="0" cy="67340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59720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>
            <a:extLst>
              <a:ext uri="{FF2B5EF4-FFF2-40B4-BE49-F238E27FC236}">
                <a16:creationId xmlns:a16="http://schemas.microsoft.com/office/drawing/2014/main" id="{653AD463-E937-449B-7072-E729FA236695}"/>
              </a:ext>
            </a:extLst>
          </p:cNvPr>
          <p:cNvGrpSpPr/>
          <p:nvPr/>
        </p:nvGrpSpPr>
        <p:grpSpPr>
          <a:xfrm>
            <a:off x="2741271" y="925975"/>
            <a:ext cx="6842568" cy="4734046"/>
            <a:chOff x="2741271" y="925975"/>
            <a:chExt cx="6842568" cy="4734046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98D563E8-113E-0D5A-1EE7-3843DC0C6C5B}"/>
                </a:ext>
              </a:extLst>
            </p:cNvPr>
            <p:cNvSpPr/>
            <p:nvPr/>
          </p:nvSpPr>
          <p:spPr>
            <a:xfrm>
              <a:off x="2741271" y="925975"/>
              <a:ext cx="6842568" cy="47340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5110C633-CC96-B02A-4D0A-99E3803EE60C}"/>
                </a:ext>
              </a:extLst>
            </p:cNvPr>
            <p:cNvGrpSpPr/>
            <p:nvPr/>
          </p:nvGrpSpPr>
          <p:grpSpPr>
            <a:xfrm>
              <a:off x="2754775" y="925975"/>
              <a:ext cx="6829064" cy="4734046"/>
              <a:chOff x="2754775" y="925975"/>
              <a:chExt cx="6829064" cy="4734046"/>
            </a:xfrm>
          </p:grpSpPr>
          <p:pic>
            <p:nvPicPr>
              <p:cNvPr id="29" name="图片 28" descr="图示&#10;&#10;AI 生成的内容可能不正确。">
                <a:extLst>
                  <a:ext uri="{FF2B5EF4-FFF2-40B4-BE49-F238E27FC236}">
                    <a16:creationId xmlns:a16="http://schemas.microsoft.com/office/drawing/2014/main" id="{3044598E-552F-A00D-9B8C-94991E7D34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5484" t="3296" r="3531" b="8372"/>
              <a:stretch/>
            </p:blipFill>
            <p:spPr>
              <a:xfrm>
                <a:off x="2754775" y="925975"/>
                <a:ext cx="6829064" cy="4734046"/>
              </a:xfrm>
              <a:prstGeom prst="rect">
                <a:avLst/>
              </a:prstGeom>
            </p:spPr>
          </p:pic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FF8CB233-0BD2-3F92-1B67-35005FDCBA1D}"/>
                  </a:ext>
                </a:extLst>
              </p:cNvPr>
              <p:cNvSpPr txBox="1"/>
              <p:nvPr/>
            </p:nvSpPr>
            <p:spPr>
              <a:xfrm>
                <a:off x="8299048" y="2558004"/>
                <a:ext cx="128479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enhancement</a:t>
                </a:r>
                <a:endParaRPr kumimoji="1"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E805998A-D303-87F9-3281-BFD37BD6FC16}"/>
                  </a:ext>
                </a:extLst>
              </p:cNvPr>
              <p:cNvSpPr txBox="1"/>
              <p:nvPr/>
            </p:nvSpPr>
            <p:spPr>
              <a:xfrm>
                <a:off x="8432157" y="3521610"/>
                <a:ext cx="101857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inhibition</a:t>
                </a:r>
                <a:endParaRPr kumimoji="1"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F23CF79A-75D0-332F-AF7E-9473D112F6B8}"/>
                </a:ext>
              </a:extLst>
            </p:cNvPr>
            <p:cNvSpPr txBox="1"/>
            <p:nvPr/>
          </p:nvSpPr>
          <p:spPr>
            <a:xfrm>
              <a:off x="5312780" y="1197979"/>
              <a:ext cx="3240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368FF061-8F11-4C25-E930-33B422F74389}"/>
                </a:ext>
              </a:extLst>
            </p:cNvPr>
            <p:cNvSpPr txBox="1"/>
            <p:nvPr/>
          </p:nvSpPr>
          <p:spPr>
            <a:xfrm>
              <a:off x="7351854" y="2790159"/>
              <a:ext cx="3240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332BC9E7-769B-A8D5-4388-0F007002D0E0}"/>
                </a:ext>
              </a:extLst>
            </p:cNvPr>
            <p:cNvSpPr txBox="1"/>
            <p:nvPr/>
          </p:nvSpPr>
          <p:spPr>
            <a:xfrm>
              <a:off x="3196542" y="2790158"/>
              <a:ext cx="3240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B9B0A364-CCA7-F0C7-7648-6E6823A165A8}"/>
                </a:ext>
              </a:extLst>
            </p:cNvPr>
            <p:cNvSpPr txBox="1"/>
            <p:nvPr/>
          </p:nvSpPr>
          <p:spPr>
            <a:xfrm>
              <a:off x="4377160" y="4776486"/>
              <a:ext cx="3240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5B92B901-D239-2051-9461-683E7789DC15}"/>
                </a:ext>
              </a:extLst>
            </p:cNvPr>
            <p:cNvSpPr txBox="1"/>
            <p:nvPr/>
          </p:nvSpPr>
          <p:spPr>
            <a:xfrm>
              <a:off x="6414304" y="4776486"/>
              <a:ext cx="3240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4224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3FBD02C9-E974-5345-8A28-B4327B0EDA72}"/>
              </a:ext>
            </a:extLst>
          </p:cNvPr>
          <p:cNvGrpSpPr/>
          <p:nvPr/>
        </p:nvGrpSpPr>
        <p:grpSpPr>
          <a:xfrm>
            <a:off x="2171380" y="1328194"/>
            <a:ext cx="7849240" cy="4201611"/>
            <a:chOff x="2171380" y="1328194"/>
            <a:chExt cx="7849240" cy="4201611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AF1CD36-883B-9ADE-5DE0-456B300139AB}"/>
                </a:ext>
              </a:extLst>
            </p:cNvPr>
            <p:cNvSpPr/>
            <p:nvPr/>
          </p:nvSpPr>
          <p:spPr>
            <a:xfrm>
              <a:off x="2171380" y="1328194"/>
              <a:ext cx="7849240" cy="42016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3EE95F85-CC34-588A-B463-0BF0A62BD5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3140" b="6615"/>
            <a:stretch/>
          </p:blipFill>
          <p:spPr>
            <a:xfrm>
              <a:off x="2171380" y="1328194"/>
              <a:ext cx="7849240" cy="42016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17225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6A0DE5D-6F08-CC78-C97F-B13B4D43BF63}"/>
              </a:ext>
            </a:extLst>
          </p:cNvPr>
          <p:cNvGrpSpPr/>
          <p:nvPr/>
        </p:nvGrpSpPr>
        <p:grpSpPr>
          <a:xfrm>
            <a:off x="-8343" y="1627693"/>
            <a:ext cx="12200343" cy="3520686"/>
            <a:chOff x="-8343" y="1627693"/>
            <a:chExt cx="12200343" cy="3520686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97A43B4A-2A20-F3B7-0BB9-AEECBEFE515A}"/>
                </a:ext>
              </a:extLst>
            </p:cNvPr>
            <p:cNvGrpSpPr/>
            <p:nvPr/>
          </p:nvGrpSpPr>
          <p:grpSpPr>
            <a:xfrm>
              <a:off x="0" y="1709621"/>
              <a:ext cx="12192000" cy="3438758"/>
              <a:chOff x="0" y="983960"/>
              <a:chExt cx="12192000" cy="3438758"/>
            </a:xfrm>
          </p:grpSpPr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8FFF3250-AADF-9C37-AA54-CC08EFB6150E}"/>
                  </a:ext>
                </a:extLst>
              </p:cNvPr>
              <p:cNvSpPr/>
              <p:nvPr/>
            </p:nvSpPr>
            <p:spPr>
              <a:xfrm>
                <a:off x="0" y="983960"/>
                <a:ext cx="12192000" cy="34144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7ECCB2C0-572E-0F86-7854-EDFD89561400}"/>
                  </a:ext>
                </a:extLst>
              </p:cNvPr>
              <p:cNvGrpSpPr/>
              <p:nvPr/>
            </p:nvGrpSpPr>
            <p:grpSpPr>
              <a:xfrm>
                <a:off x="163849" y="983960"/>
                <a:ext cx="12010899" cy="3438758"/>
                <a:chOff x="163849" y="983960"/>
                <a:chExt cx="12010899" cy="3438758"/>
              </a:xfrm>
            </p:grpSpPr>
            <p:pic>
              <p:nvPicPr>
                <p:cNvPr id="13" name="图形 12">
                  <a:extLst>
                    <a:ext uri="{FF2B5EF4-FFF2-40B4-BE49-F238E27FC236}">
                      <a16:creationId xmlns:a16="http://schemas.microsoft.com/office/drawing/2014/main" id="{83B93AD4-14D4-45BA-0B2D-CFAC89223D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3849" y="983960"/>
                  <a:ext cx="6036323" cy="3351409"/>
                </a:xfrm>
                <a:prstGeom prst="rect">
                  <a:avLst/>
                </a:prstGeom>
              </p:spPr>
            </p:pic>
            <p:pic>
              <p:nvPicPr>
                <p:cNvPr id="17" name="图形 16">
                  <a:extLst>
                    <a:ext uri="{FF2B5EF4-FFF2-40B4-BE49-F238E27FC236}">
                      <a16:creationId xmlns:a16="http://schemas.microsoft.com/office/drawing/2014/main" id="{3755C248-229C-DD83-324B-EB6879857EE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rcRect l="2918" b="6146"/>
                <a:stretch/>
              </p:blipFill>
              <p:spPr>
                <a:xfrm>
                  <a:off x="6200172" y="1071309"/>
                  <a:ext cx="5974576" cy="3351409"/>
                </a:xfrm>
                <a:prstGeom prst="rect">
                  <a:avLst/>
                </a:prstGeom>
              </p:spPr>
            </p:pic>
          </p:grpSp>
        </p:grp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F995A11F-9D16-42AE-4D20-2CCDF76CC7FC}"/>
                </a:ext>
              </a:extLst>
            </p:cNvPr>
            <p:cNvSpPr txBox="1"/>
            <p:nvPr/>
          </p:nvSpPr>
          <p:spPr>
            <a:xfrm>
              <a:off x="-8343" y="1627693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65FA59CD-3BFE-EC93-1E9D-EA9D159981D2}"/>
                </a:ext>
              </a:extLst>
            </p:cNvPr>
            <p:cNvSpPr txBox="1"/>
            <p:nvPr/>
          </p:nvSpPr>
          <p:spPr>
            <a:xfrm>
              <a:off x="6182920" y="1627693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3699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78933D10-3493-DB14-DCC6-54EE2BD25AD5}"/>
              </a:ext>
            </a:extLst>
          </p:cNvPr>
          <p:cNvGrpSpPr/>
          <p:nvPr/>
        </p:nvGrpSpPr>
        <p:grpSpPr>
          <a:xfrm>
            <a:off x="125918" y="1662418"/>
            <a:ext cx="11843399" cy="3410186"/>
            <a:chOff x="125918" y="1662418"/>
            <a:chExt cx="11843399" cy="3410186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0CE1FF10-28DD-A32B-61AF-8BD78CA223EC}"/>
                </a:ext>
              </a:extLst>
            </p:cNvPr>
            <p:cNvGrpSpPr/>
            <p:nvPr/>
          </p:nvGrpSpPr>
          <p:grpSpPr>
            <a:xfrm>
              <a:off x="222683" y="1785396"/>
              <a:ext cx="11746634" cy="3287208"/>
              <a:chOff x="0" y="1585732"/>
              <a:chExt cx="11746634" cy="3287208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2A972E11-C378-0ED9-AE09-33A9B290CEC5}"/>
                  </a:ext>
                </a:extLst>
              </p:cNvPr>
              <p:cNvSpPr/>
              <p:nvPr/>
            </p:nvSpPr>
            <p:spPr>
              <a:xfrm>
                <a:off x="0" y="1585732"/>
                <a:ext cx="11746634" cy="32409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pic>
            <p:nvPicPr>
              <p:cNvPr id="11" name="图形 10">
                <a:extLst>
                  <a:ext uri="{FF2B5EF4-FFF2-40B4-BE49-F238E27FC236}">
                    <a16:creationId xmlns:a16="http://schemas.microsoft.com/office/drawing/2014/main" id="{2555FB1A-19D5-C2D6-57B4-60B045ABF9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t="2857"/>
              <a:stretch/>
            </p:blipFill>
            <p:spPr>
              <a:xfrm>
                <a:off x="0" y="1678329"/>
                <a:ext cx="5709131" cy="3148313"/>
              </a:xfrm>
              <a:prstGeom prst="rect">
                <a:avLst/>
              </a:prstGeom>
            </p:spPr>
          </p:pic>
          <p:pic>
            <p:nvPicPr>
              <p:cNvPr id="13" name="图形 12">
                <a:extLst>
                  <a:ext uri="{FF2B5EF4-FFF2-40B4-BE49-F238E27FC236}">
                    <a16:creationId xmlns:a16="http://schemas.microsoft.com/office/drawing/2014/main" id="{839862F5-F4B5-F1AB-2A4C-08B17D1862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2943" b="6161"/>
              <a:stretch/>
            </p:blipFill>
            <p:spPr>
              <a:xfrm>
                <a:off x="5709131" y="1632030"/>
                <a:ext cx="6037503" cy="3240910"/>
              </a:xfrm>
              <a:prstGeom prst="rect">
                <a:avLst/>
              </a:prstGeom>
            </p:spPr>
          </p:pic>
        </p:grp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8C578E8F-13A7-9E79-96A0-92025F70B0B2}"/>
                </a:ext>
              </a:extLst>
            </p:cNvPr>
            <p:cNvSpPr txBox="1"/>
            <p:nvPr/>
          </p:nvSpPr>
          <p:spPr>
            <a:xfrm>
              <a:off x="125918" y="1665312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653F392D-460D-2ECE-32EA-F4C133A9E297}"/>
                </a:ext>
              </a:extLst>
            </p:cNvPr>
            <p:cNvSpPr txBox="1"/>
            <p:nvPr/>
          </p:nvSpPr>
          <p:spPr>
            <a:xfrm>
              <a:off x="5875426" y="1662418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1245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A0B9E030-0FC5-D8FD-9EAA-1867F5F080C1}"/>
              </a:ext>
            </a:extLst>
          </p:cNvPr>
          <p:cNvGrpSpPr/>
          <p:nvPr/>
        </p:nvGrpSpPr>
        <p:grpSpPr>
          <a:xfrm>
            <a:off x="2311642" y="1415531"/>
            <a:ext cx="7568716" cy="4026937"/>
            <a:chOff x="2171380" y="1502868"/>
            <a:chExt cx="7568716" cy="4026937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5023235-F65C-B390-A891-4EFAB76CBE01}"/>
                </a:ext>
              </a:extLst>
            </p:cNvPr>
            <p:cNvSpPr/>
            <p:nvPr/>
          </p:nvSpPr>
          <p:spPr>
            <a:xfrm>
              <a:off x="2171380" y="1502868"/>
              <a:ext cx="7568716" cy="40269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8" name="图形 7">
              <a:extLst>
                <a:ext uri="{FF2B5EF4-FFF2-40B4-BE49-F238E27FC236}">
                  <a16:creationId xmlns:a16="http://schemas.microsoft.com/office/drawing/2014/main" id="{CD4F7FEC-396B-8028-B3E6-745D707F7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2621" b="6682"/>
            <a:stretch/>
          </p:blipFill>
          <p:spPr>
            <a:xfrm>
              <a:off x="2171380" y="1502868"/>
              <a:ext cx="7568716" cy="40269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15787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组合 70">
            <a:extLst>
              <a:ext uri="{FF2B5EF4-FFF2-40B4-BE49-F238E27FC236}">
                <a16:creationId xmlns:a16="http://schemas.microsoft.com/office/drawing/2014/main" id="{083EB880-CB2C-F3CA-F4E5-4841FCEFD79C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8FA75077-9E34-A974-C488-2873AF7614AB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4D04E024-EB37-A23D-84E9-9EA27A34AE17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53" name="组合 52">
                <a:extLst>
                  <a:ext uri="{FF2B5EF4-FFF2-40B4-BE49-F238E27FC236}">
                    <a16:creationId xmlns:a16="http://schemas.microsoft.com/office/drawing/2014/main" id="{E5A148F4-C58E-A0C2-6FAA-72AA3F61FF61}"/>
                  </a:ext>
                </a:extLst>
              </p:cNvPr>
              <p:cNvGrpSpPr/>
              <p:nvPr/>
            </p:nvGrpSpPr>
            <p:grpSpPr>
              <a:xfrm>
                <a:off x="74145" y="50221"/>
                <a:ext cx="12043709" cy="6757558"/>
                <a:chOff x="74143" y="55984"/>
                <a:chExt cx="12043709" cy="6757558"/>
              </a:xfrm>
            </p:grpSpPr>
            <p:pic>
              <p:nvPicPr>
                <p:cNvPr id="25" name="图形 24">
                  <a:extLst>
                    <a:ext uri="{FF2B5EF4-FFF2-40B4-BE49-F238E27FC236}">
                      <a16:creationId xmlns:a16="http://schemas.microsoft.com/office/drawing/2014/main" id="{52AAE01A-1439-B0FB-1B9A-BFA947C090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145" y="55985"/>
                  <a:ext cx="3915709" cy="2174029"/>
                </a:xfrm>
                <a:prstGeom prst="rect">
                  <a:avLst/>
                </a:prstGeom>
              </p:spPr>
            </p:pic>
            <p:pic>
              <p:nvPicPr>
                <p:cNvPr id="29" name="图形 28">
                  <a:extLst>
                    <a:ext uri="{FF2B5EF4-FFF2-40B4-BE49-F238E27FC236}">
                      <a16:creationId xmlns:a16="http://schemas.microsoft.com/office/drawing/2014/main" id="{F445CE05-4120-4526-92B9-FBA9D94836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38145" y="55984"/>
                  <a:ext cx="3915709" cy="2174029"/>
                </a:xfrm>
                <a:prstGeom prst="rect">
                  <a:avLst/>
                </a:prstGeom>
              </p:spPr>
            </p:pic>
            <p:pic>
              <p:nvPicPr>
                <p:cNvPr id="31" name="图形 30">
                  <a:extLst>
                    <a:ext uri="{FF2B5EF4-FFF2-40B4-BE49-F238E27FC236}">
                      <a16:creationId xmlns:a16="http://schemas.microsoft.com/office/drawing/2014/main" id="{F69DDD82-2C90-F041-C520-CC0A5A0A58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02146" y="70806"/>
                  <a:ext cx="3889014" cy="2159208"/>
                </a:xfrm>
                <a:prstGeom prst="rect">
                  <a:avLst/>
                </a:prstGeom>
              </p:spPr>
            </p:pic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29211424-569E-6DCE-2EDC-6DEBF79ABA46}"/>
                    </a:ext>
                  </a:extLst>
                </p:cNvPr>
                <p:cNvSpPr txBox="1"/>
                <p:nvPr/>
              </p:nvSpPr>
              <p:spPr>
                <a:xfrm>
                  <a:off x="2695441" y="70806"/>
                  <a:ext cx="12944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dirty="0">
                      <a:ln>
                        <a:solidFill>
                          <a:schemeClr val="tx1"/>
                        </a:solidFill>
                      </a:ln>
                      <a:latin typeface="Arial" panose="020B0604020202020204" pitchFamily="34" charset="0"/>
                      <a:cs typeface="Arial" panose="020B0604020202020204" pitchFamily="34" charset="0"/>
                    </a:rPr>
                    <a:t>Subject 01</a:t>
                  </a:r>
                  <a:endParaRPr kumimoji="1" lang="zh-CN" altLang="en-US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D09172CD-335B-8363-F7F6-D44CCB055D42}"/>
                    </a:ext>
                  </a:extLst>
                </p:cNvPr>
                <p:cNvSpPr txBox="1"/>
                <p:nvPr/>
              </p:nvSpPr>
              <p:spPr>
                <a:xfrm>
                  <a:off x="6759441" y="70806"/>
                  <a:ext cx="12944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dirty="0">
                      <a:ln>
                        <a:solidFill>
                          <a:schemeClr val="tx1"/>
                        </a:solidFill>
                      </a:ln>
                      <a:latin typeface="Arial" panose="020B0604020202020204" pitchFamily="34" charset="0"/>
                      <a:cs typeface="Arial" panose="020B0604020202020204" pitchFamily="34" charset="0"/>
                    </a:rPr>
                    <a:t>Subject 05</a:t>
                  </a:r>
                  <a:endParaRPr kumimoji="1" lang="zh-CN" altLang="en-US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B5D29CE6-ED70-7EEA-DAA1-2A9FB0734DB1}"/>
                    </a:ext>
                  </a:extLst>
                </p:cNvPr>
                <p:cNvSpPr txBox="1"/>
                <p:nvPr/>
              </p:nvSpPr>
              <p:spPr>
                <a:xfrm>
                  <a:off x="10796749" y="70806"/>
                  <a:ext cx="12944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dirty="0">
                      <a:ln>
                        <a:solidFill>
                          <a:schemeClr val="tx1"/>
                        </a:solidFill>
                      </a:ln>
                      <a:latin typeface="Arial" panose="020B0604020202020204" pitchFamily="34" charset="0"/>
                      <a:cs typeface="Arial" panose="020B0604020202020204" pitchFamily="34" charset="0"/>
                    </a:rPr>
                    <a:t>Subject 06</a:t>
                  </a:r>
                  <a:endParaRPr kumimoji="1" lang="zh-CN" altLang="en-US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36" name="图形 35">
                  <a:extLst>
                    <a:ext uri="{FF2B5EF4-FFF2-40B4-BE49-F238E27FC236}">
                      <a16:creationId xmlns:a16="http://schemas.microsoft.com/office/drawing/2014/main" id="{0B6E1B8C-29B2-7922-1C58-4040EA09A1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143" y="2341984"/>
                  <a:ext cx="3915711" cy="2174030"/>
                </a:xfrm>
                <a:prstGeom prst="rect">
                  <a:avLst/>
                </a:prstGeom>
              </p:spPr>
            </p:pic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D0AF4489-A155-D95F-3495-18A171D12B69}"/>
                    </a:ext>
                  </a:extLst>
                </p:cNvPr>
                <p:cNvSpPr txBox="1"/>
                <p:nvPr/>
              </p:nvSpPr>
              <p:spPr>
                <a:xfrm>
                  <a:off x="2695441" y="2356806"/>
                  <a:ext cx="12944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dirty="0">
                      <a:ln>
                        <a:solidFill>
                          <a:schemeClr val="tx1"/>
                        </a:solidFill>
                      </a:ln>
                      <a:latin typeface="Arial" panose="020B0604020202020204" pitchFamily="34" charset="0"/>
                      <a:cs typeface="Arial" panose="020B0604020202020204" pitchFamily="34" charset="0"/>
                    </a:rPr>
                    <a:t>Subject 07</a:t>
                  </a:r>
                  <a:endParaRPr kumimoji="1" lang="zh-CN" altLang="en-US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39" name="图形 38">
                  <a:extLst>
                    <a:ext uri="{FF2B5EF4-FFF2-40B4-BE49-F238E27FC236}">
                      <a16:creationId xmlns:a16="http://schemas.microsoft.com/office/drawing/2014/main" id="{77163936-31B1-B0D4-537C-A959D5F742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38143" y="2341984"/>
                  <a:ext cx="3915710" cy="2174030"/>
                </a:xfrm>
                <a:prstGeom prst="rect">
                  <a:avLst/>
                </a:prstGeom>
              </p:spPr>
            </p:pic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A09A4C57-EACD-8EC3-8538-4625739D75EF}"/>
                    </a:ext>
                  </a:extLst>
                </p:cNvPr>
                <p:cNvSpPr txBox="1"/>
                <p:nvPr/>
              </p:nvSpPr>
              <p:spPr>
                <a:xfrm>
                  <a:off x="6759441" y="2356806"/>
                  <a:ext cx="12944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dirty="0">
                      <a:ln>
                        <a:solidFill>
                          <a:schemeClr val="tx1"/>
                        </a:solidFill>
                      </a:ln>
                      <a:latin typeface="Arial" panose="020B0604020202020204" pitchFamily="34" charset="0"/>
                      <a:cs typeface="Arial" panose="020B0604020202020204" pitchFamily="34" charset="0"/>
                    </a:rPr>
                    <a:t>Subject 08</a:t>
                  </a:r>
                  <a:endParaRPr kumimoji="1" lang="zh-CN" altLang="en-US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42" name="图形 41">
                  <a:extLst>
                    <a:ext uri="{FF2B5EF4-FFF2-40B4-BE49-F238E27FC236}">
                      <a16:creationId xmlns:a16="http://schemas.microsoft.com/office/drawing/2014/main" id="{8D7808F2-A90C-ECA8-6FB7-A4ADA4D252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88798" y="2341984"/>
                  <a:ext cx="3915709" cy="2174029"/>
                </a:xfrm>
                <a:prstGeom prst="rect">
                  <a:avLst/>
                </a:prstGeom>
              </p:spPr>
            </p:pic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836CE251-4966-D008-B5BB-9FE16F300A4C}"/>
                    </a:ext>
                  </a:extLst>
                </p:cNvPr>
                <p:cNvSpPr txBox="1"/>
                <p:nvPr/>
              </p:nvSpPr>
              <p:spPr>
                <a:xfrm>
                  <a:off x="10823441" y="2356806"/>
                  <a:ext cx="12944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dirty="0">
                      <a:ln>
                        <a:solidFill>
                          <a:schemeClr val="tx1"/>
                        </a:solidFill>
                      </a:ln>
                      <a:latin typeface="Arial" panose="020B0604020202020204" pitchFamily="34" charset="0"/>
                      <a:cs typeface="Arial" panose="020B0604020202020204" pitchFamily="34" charset="0"/>
                    </a:rPr>
                    <a:t>Subject 10</a:t>
                  </a:r>
                  <a:endParaRPr kumimoji="1" lang="zh-CN" altLang="en-US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45" name="图形 44">
                  <a:extLst>
                    <a:ext uri="{FF2B5EF4-FFF2-40B4-BE49-F238E27FC236}">
                      <a16:creationId xmlns:a16="http://schemas.microsoft.com/office/drawing/2014/main" id="{308E0018-9A49-1165-A57C-919AB60C22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143" y="4627985"/>
                  <a:ext cx="3915709" cy="2174029"/>
                </a:xfrm>
                <a:prstGeom prst="rect">
                  <a:avLst/>
                </a:prstGeom>
              </p:spPr>
            </p:pic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451C22A0-BB57-5B85-398E-A2CAE9591EEA}"/>
                    </a:ext>
                  </a:extLst>
                </p:cNvPr>
                <p:cNvSpPr txBox="1"/>
                <p:nvPr/>
              </p:nvSpPr>
              <p:spPr>
                <a:xfrm>
                  <a:off x="2695440" y="4642806"/>
                  <a:ext cx="12944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dirty="0">
                      <a:ln>
                        <a:solidFill>
                          <a:schemeClr val="tx1"/>
                        </a:solidFill>
                      </a:ln>
                      <a:latin typeface="Arial" panose="020B0604020202020204" pitchFamily="34" charset="0"/>
                      <a:cs typeface="Arial" panose="020B0604020202020204" pitchFamily="34" charset="0"/>
                    </a:rPr>
                    <a:t>Subject 12</a:t>
                  </a:r>
                  <a:endParaRPr kumimoji="1" lang="zh-CN" altLang="en-US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48" name="图形 47">
                  <a:extLst>
                    <a:ext uri="{FF2B5EF4-FFF2-40B4-BE49-F238E27FC236}">
                      <a16:creationId xmlns:a16="http://schemas.microsoft.com/office/drawing/2014/main" id="{A84B6638-8A13-8346-75D4-6DA4160F9D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96DAC541-7B7A-43D3-8B79-37D633B846F1}">
                      <asvg:svgBlip xmlns:asvg="http://schemas.microsoft.com/office/drawing/2016/SVG/main" r:embed="rId1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38143" y="4642806"/>
                  <a:ext cx="3909778" cy="2170736"/>
                </a:xfrm>
                <a:prstGeom prst="rect">
                  <a:avLst/>
                </a:prstGeom>
              </p:spPr>
            </p:pic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E1F1E05B-4AA8-725B-D0C4-FBE3E862975F}"/>
                    </a:ext>
                  </a:extLst>
                </p:cNvPr>
                <p:cNvSpPr txBox="1"/>
                <p:nvPr/>
              </p:nvSpPr>
              <p:spPr>
                <a:xfrm>
                  <a:off x="6753510" y="4642806"/>
                  <a:ext cx="12944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dirty="0">
                      <a:ln>
                        <a:solidFill>
                          <a:schemeClr val="tx1"/>
                        </a:solidFill>
                      </a:ln>
                      <a:latin typeface="Arial" panose="020B0604020202020204" pitchFamily="34" charset="0"/>
                      <a:cs typeface="Arial" panose="020B0604020202020204" pitchFamily="34" charset="0"/>
                    </a:rPr>
                    <a:t>Subject 13</a:t>
                  </a:r>
                  <a:endParaRPr kumimoji="1" lang="zh-CN" altLang="en-US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51" name="图形 50">
                  <a:extLst>
                    <a:ext uri="{FF2B5EF4-FFF2-40B4-BE49-F238E27FC236}">
                      <a16:creationId xmlns:a16="http://schemas.microsoft.com/office/drawing/2014/main" id="{667258D2-BE4F-E46D-6B37-436A390013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>
                  <a:extLst>
                    <a:ext uri="{96DAC541-7B7A-43D3-8B79-37D633B846F1}">
                      <asvg:svgBlip xmlns:asvg="http://schemas.microsoft.com/office/drawing/2016/SVG/main" r:embed="rId1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94729" y="4642806"/>
                  <a:ext cx="3909778" cy="2170736"/>
                </a:xfrm>
                <a:prstGeom prst="rect">
                  <a:avLst/>
                </a:prstGeom>
              </p:spPr>
            </p:pic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635867B3-D5EE-A96C-60C1-7E56AF079786}"/>
                    </a:ext>
                  </a:extLst>
                </p:cNvPr>
                <p:cNvSpPr txBox="1"/>
                <p:nvPr/>
              </p:nvSpPr>
              <p:spPr>
                <a:xfrm>
                  <a:off x="10796748" y="4642806"/>
                  <a:ext cx="12944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dirty="0">
                      <a:ln>
                        <a:solidFill>
                          <a:schemeClr val="tx1"/>
                        </a:solidFill>
                      </a:ln>
                      <a:latin typeface="Arial" panose="020B0604020202020204" pitchFamily="34" charset="0"/>
                      <a:cs typeface="Arial" panose="020B0604020202020204" pitchFamily="34" charset="0"/>
                    </a:rPr>
                    <a:t>Subject 15</a:t>
                  </a:r>
                  <a:endParaRPr kumimoji="1" lang="zh-CN" altLang="en-US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61" name="五角星 60">
              <a:extLst>
                <a:ext uri="{FF2B5EF4-FFF2-40B4-BE49-F238E27FC236}">
                  <a16:creationId xmlns:a16="http://schemas.microsoft.com/office/drawing/2014/main" id="{E67FD73A-A8B4-F791-AD15-58BF98C722E6}"/>
                </a:ext>
              </a:extLst>
            </p:cNvPr>
            <p:cNvSpPr/>
            <p:nvPr/>
          </p:nvSpPr>
          <p:spPr>
            <a:xfrm>
              <a:off x="1225358" y="130955"/>
              <a:ext cx="237507" cy="237507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2" name="五角星 61">
              <a:extLst>
                <a:ext uri="{FF2B5EF4-FFF2-40B4-BE49-F238E27FC236}">
                  <a16:creationId xmlns:a16="http://schemas.microsoft.com/office/drawing/2014/main" id="{A42E97E2-89B4-2B0A-2DBE-55D13F193C8B}"/>
                </a:ext>
              </a:extLst>
            </p:cNvPr>
            <p:cNvSpPr/>
            <p:nvPr/>
          </p:nvSpPr>
          <p:spPr>
            <a:xfrm>
              <a:off x="6006685" y="826348"/>
              <a:ext cx="237507" cy="237507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4" name="五角星 63">
              <a:extLst>
                <a:ext uri="{FF2B5EF4-FFF2-40B4-BE49-F238E27FC236}">
                  <a16:creationId xmlns:a16="http://schemas.microsoft.com/office/drawing/2014/main" id="{3EA491A1-3F9D-8F3E-994E-99AD8A8CC11D}"/>
                </a:ext>
              </a:extLst>
            </p:cNvPr>
            <p:cNvSpPr/>
            <p:nvPr/>
          </p:nvSpPr>
          <p:spPr>
            <a:xfrm>
              <a:off x="9634361" y="839934"/>
              <a:ext cx="237507" cy="237507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" name="五角星 64">
              <a:extLst>
                <a:ext uri="{FF2B5EF4-FFF2-40B4-BE49-F238E27FC236}">
                  <a16:creationId xmlns:a16="http://schemas.microsoft.com/office/drawing/2014/main" id="{00252682-3C16-5C38-D951-B641616D1CCF}"/>
                </a:ext>
              </a:extLst>
            </p:cNvPr>
            <p:cNvSpPr/>
            <p:nvPr/>
          </p:nvSpPr>
          <p:spPr>
            <a:xfrm>
              <a:off x="1740046" y="3033392"/>
              <a:ext cx="237507" cy="237507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6" name="五角星 65">
              <a:extLst>
                <a:ext uri="{FF2B5EF4-FFF2-40B4-BE49-F238E27FC236}">
                  <a16:creationId xmlns:a16="http://schemas.microsoft.com/office/drawing/2014/main" id="{282A6715-CAC4-BB65-45F4-0F9CA80741B3}"/>
                </a:ext>
              </a:extLst>
            </p:cNvPr>
            <p:cNvSpPr/>
            <p:nvPr/>
          </p:nvSpPr>
          <p:spPr>
            <a:xfrm>
              <a:off x="6244193" y="2873988"/>
              <a:ext cx="237507" cy="237507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7" name="五角星 66">
              <a:extLst>
                <a:ext uri="{FF2B5EF4-FFF2-40B4-BE49-F238E27FC236}">
                  <a16:creationId xmlns:a16="http://schemas.microsoft.com/office/drawing/2014/main" id="{8A99A321-957E-2FE5-C380-8C6318CB1794}"/>
                </a:ext>
              </a:extLst>
            </p:cNvPr>
            <p:cNvSpPr/>
            <p:nvPr/>
          </p:nvSpPr>
          <p:spPr>
            <a:xfrm>
              <a:off x="10796750" y="2795885"/>
              <a:ext cx="237507" cy="237507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8" name="五角星 67">
              <a:extLst>
                <a:ext uri="{FF2B5EF4-FFF2-40B4-BE49-F238E27FC236}">
                  <a16:creationId xmlns:a16="http://schemas.microsoft.com/office/drawing/2014/main" id="{B2BF4FC1-2A5D-1582-BA94-1A0A811FDA06}"/>
                </a:ext>
              </a:extLst>
            </p:cNvPr>
            <p:cNvSpPr/>
            <p:nvPr/>
          </p:nvSpPr>
          <p:spPr>
            <a:xfrm>
              <a:off x="2175382" y="4702955"/>
              <a:ext cx="237507" cy="237507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9" name="五角星 68">
              <a:extLst>
                <a:ext uri="{FF2B5EF4-FFF2-40B4-BE49-F238E27FC236}">
                  <a16:creationId xmlns:a16="http://schemas.microsoft.com/office/drawing/2014/main" id="{441766D8-8B01-E44E-7FDE-8D006EEA5ADE}"/>
                </a:ext>
              </a:extLst>
            </p:cNvPr>
            <p:cNvSpPr/>
            <p:nvPr/>
          </p:nvSpPr>
          <p:spPr>
            <a:xfrm>
              <a:off x="6244192" y="5443117"/>
              <a:ext cx="237507" cy="237507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0" name="五角星 69">
              <a:extLst>
                <a:ext uri="{FF2B5EF4-FFF2-40B4-BE49-F238E27FC236}">
                  <a16:creationId xmlns:a16="http://schemas.microsoft.com/office/drawing/2014/main" id="{A204003A-7BB3-6D77-BD39-AB585068F56C}"/>
                </a:ext>
              </a:extLst>
            </p:cNvPr>
            <p:cNvSpPr/>
            <p:nvPr/>
          </p:nvSpPr>
          <p:spPr>
            <a:xfrm>
              <a:off x="10796749" y="5426079"/>
              <a:ext cx="237507" cy="237507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4548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>
            <a:extLst>
              <a:ext uri="{FF2B5EF4-FFF2-40B4-BE49-F238E27FC236}">
                <a16:creationId xmlns:a16="http://schemas.microsoft.com/office/drawing/2014/main" id="{B43A94D6-9809-4E10-67F6-A99BFFF1F5D2}"/>
              </a:ext>
            </a:extLst>
          </p:cNvPr>
          <p:cNvGrpSpPr/>
          <p:nvPr/>
        </p:nvGrpSpPr>
        <p:grpSpPr>
          <a:xfrm>
            <a:off x="0" y="1771979"/>
            <a:ext cx="12192000" cy="3314041"/>
            <a:chOff x="0" y="323697"/>
            <a:chExt cx="12192000" cy="3314041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4A080377-A9FB-DEB4-BBBF-DA74DFC45801}"/>
                </a:ext>
              </a:extLst>
            </p:cNvPr>
            <p:cNvSpPr/>
            <p:nvPr/>
          </p:nvSpPr>
          <p:spPr>
            <a:xfrm>
              <a:off x="0" y="323697"/>
              <a:ext cx="12191999" cy="33140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1EA46489-4424-D969-BA01-AB31DF75E7D7}"/>
                </a:ext>
              </a:extLst>
            </p:cNvPr>
            <p:cNvGrpSpPr/>
            <p:nvPr/>
          </p:nvGrpSpPr>
          <p:grpSpPr>
            <a:xfrm>
              <a:off x="63490" y="323698"/>
              <a:ext cx="12128510" cy="3314040"/>
              <a:chOff x="31745" y="57480"/>
              <a:chExt cx="12128510" cy="3314040"/>
            </a:xfrm>
          </p:grpSpPr>
          <p:pic>
            <p:nvPicPr>
              <p:cNvPr id="15" name="图形 14">
                <a:extLst>
                  <a:ext uri="{FF2B5EF4-FFF2-40B4-BE49-F238E27FC236}">
                    <a16:creationId xmlns:a16="http://schemas.microsoft.com/office/drawing/2014/main" id="{EADD3167-EB3D-AD3C-99B8-76F5C559F5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1746" y="57480"/>
                <a:ext cx="2984508" cy="1657020"/>
              </a:xfrm>
              <a:prstGeom prst="rect">
                <a:avLst/>
              </a:prstGeom>
            </p:spPr>
          </p:pic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2056C6C-3782-4EA5-068B-02879F57693B}"/>
                  </a:ext>
                </a:extLst>
              </p:cNvPr>
              <p:cNvSpPr txBox="1"/>
              <p:nvPr/>
            </p:nvSpPr>
            <p:spPr>
              <a:xfrm>
                <a:off x="1721843" y="57480"/>
                <a:ext cx="12944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rPr>
                  <a:t>Subject 02</a:t>
                </a:r>
                <a:endParaRPr kumimoji="1" lang="zh-CN" altLang="en-US" dirty="0">
                  <a:ln>
                    <a:solidFill>
                      <a:schemeClr val="tx1"/>
                    </a:solidFill>
                  </a:ln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8" name="图形 17">
                <a:extLst>
                  <a:ext uri="{FF2B5EF4-FFF2-40B4-BE49-F238E27FC236}">
                    <a16:creationId xmlns:a16="http://schemas.microsoft.com/office/drawing/2014/main" id="{5E2E79AF-BB10-C9CD-D7ED-0B75AFC9F7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079746" y="57480"/>
                <a:ext cx="2984508" cy="1657020"/>
              </a:xfrm>
              <a:prstGeom prst="rect">
                <a:avLst/>
              </a:prstGeom>
            </p:spPr>
          </p:pic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D38927C9-04D8-9780-2373-81C65A8D7EAD}"/>
                  </a:ext>
                </a:extLst>
              </p:cNvPr>
              <p:cNvSpPr txBox="1"/>
              <p:nvPr/>
            </p:nvSpPr>
            <p:spPr>
              <a:xfrm>
                <a:off x="4769843" y="57480"/>
                <a:ext cx="12944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rPr>
                  <a:t>Subject 03</a:t>
                </a:r>
                <a:endParaRPr kumimoji="1" lang="zh-CN" altLang="en-US" dirty="0">
                  <a:ln>
                    <a:solidFill>
                      <a:schemeClr val="tx1"/>
                    </a:solidFill>
                  </a:ln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21" name="图形 20">
                <a:extLst>
                  <a:ext uri="{FF2B5EF4-FFF2-40B4-BE49-F238E27FC236}">
                    <a16:creationId xmlns:a16="http://schemas.microsoft.com/office/drawing/2014/main" id="{C23F6B74-992D-D400-3895-7AAC5DCBA9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127746" y="57480"/>
                <a:ext cx="2984508" cy="1657020"/>
              </a:xfrm>
              <a:prstGeom prst="rect">
                <a:avLst/>
              </a:prstGeom>
            </p:spPr>
          </p:pic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6E7CF3BD-435C-4EFA-A25C-2859947D8D18}"/>
                  </a:ext>
                </a:extLst>
              </p:cNvPr>
              <p:cNvSpPr txBox="1"/>
              <p:nvPr/>
            </p:nvSpPr>
            <p:spPr>
              <a:xfrm>
                <a:off x="7817843" y="57480"/>
                <a:ext cx="12944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rPr>
                  <a:t>Subject 04</a:t>
                </a:r>
                <a:endParaRPr kumimoji="1" lang="zh-CN" altLang="en-US" dirty="0">
                  <a:ln>
                    <a:solidFill>
                      <a:schemeClr val="tx1"/>
                    </a:solidFill>
                  </a:ln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24" name="图形 23">
                <a:extLst>
                  <a:ext uri="{FF2B5EF4-FFF2-40B4-BE49-F238E27FC236}">
                    <a16:creationId xmlns:a16="http://schemas.microsoft.com/office/drawing/2014/main" id="{EB199CE0-65BC-2A3F-E77A-243B473E2B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9175745" y="57480"/>
                <a:ext cx="2984510" cy="1657021"/>
              </a:xfrm>
              <a:prstGeom prst="rect">
                <a:avLst/>
              </a:prstGeom>
            </p:spPr>
          </p:pic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2A32C723-4D98-EFD0-0908-496EC80AADFF}"/>
                  </a:ext>
                </a:extLst>
              </p:cNvPr>
              <p:cNvSpPr txBox="1"/>
              <p:nvPr/>
            </p:nvSpPr>
            <p:spPr>
              <a:xfrm>
                <a:off x="10834097" y="57480"/>
                <a:ext cx="12944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rPr>
                  <a:t>Subject 09</a:t>
                </a:r>
                <a:endParaRPr kumimoji="1" lang="zh-CN" altLang="en-US" dirty="0">
                  <a:ln>
                    <a:solidFill>
                      <a:schemeClr val="tx1"/>
                    </a:solidFill>
                  </a:ln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27" name="图形 26">
                <a:extLst>
                  <a:ext uri="{FF2B5EF4-FFF2-40B4-BE49-F238E27FC236}">
                    <a16:creationId xmlns:a16="http://schemas.microsoft.com/office/drawing/2014/main" id="{4DC617E2-D33E-58F5-4383-210EF9CF32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31745" y="1714500"/>
                <a:ext cx="2984508" cy="1657020"/>
              </a:xfrm>
              <a:prstGeom prst="rect">
                <a:avLst/>
              </a:prstGeom>
            </p:spPr>
          </p:pic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98D4BCBB-7103-19E3-4F4B-D420D1611DA4}"/>
                  </a:ext>
                </a:extLst>
              </p:cNvPr>
              <p:cNvSpPr txBox="1"/>
              <p:nvPr/>
            </p:nvSpPr>
            <p:spPr>
              <a:xfrm>
                <a:off x="1721842" y="1771979"/>
                <a:ext cx="12944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rPr>
                  <a:t>Subject 11</a:t>
                </a:r>
                <a:endParaRPr kumimoji="1" lang="zh-CN" altLang="en-US" dirty="0">
                  <a:ln>
                    <a:solidFill>
                      <a:schemeClr val="tx1"/>
                    </a:solidFill>
                  </a:ln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0" name="图形 29">
                <a:extLst>
                  <a:ext uri="{FF2B5EF4-FFF2-40B4-BE49-F238E27FC236}">
                    <a16:creationId xmlns:a16="http://schemas.microsoft.com/office/drawing/2014/main" id="{82CDB73C-9604-5C65-A9E2-7EC9160E28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3079743" y="1714499"/>
                <a:ext cx="2984510" cy="1657021"/>
              </a:xfrm>
              <a:prstGeom prst="rect">
                <a:avLst/>
              </a:prstGeom>
            </p:spPr>
          </p:pic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3B96DECA-7B0E-EAEE-07FE-224DAE17170F}"/>
                  </a:ext>
                </a:extLst>
              </p:cNvPr>
              <p:cNvSpPr txBox="1"/>
              <p:nvPr/>
            </p:nvSpPr>
            <p:spPr>
              <a:xfrm>
                <a:off x="4769842" y="1771979"/>
                <a:ext cx="12944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rPr>
                  <a:t>Subject 14</a:t>
                </a:r>
                <a:endParaRPr kumimoji="1" lang="zh-CN" altLang="en-US" dirty="0">
                  <a:ln>
                    <a:solidFill>
                      <a:schemeClr val="tx1"/>
                    </a:solidFill>
                  </a:ln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3" name="图形 32">
                <a:extLst>
                  <a:ext uri="{FF2B5EF4-FFF2-40B4-BE49-F238E27FC236}">
                    <a16:creationId xmlns:a16="http://schemas.microsoft.com/office/drawing/2014/main" id="{ECE59F90-6637-B293-D0E1-7B35D37EEC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6127743" y="1714499"/>
                <a:ext cx="2984508" cy="1657020"/>
              </a:xfrm>
              <a:prstGeom prst="rect">
                <a:avLst/>
              </a:prstGeom>
            </p:spPr>
          </p:pic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38867B14-63EE-7F2C-BB59-1DE8BD2C5DF9}"/>
                  </a:ext>
                </a:extLst>
              </p:cNvPr>
              <p:cNvSpPr txBox="1"/>
              <p:nvPr/>
            </p:nvSpPr>
            <p:spPr>
              <a:xfrm>
                <a:off x="7817840" y="1743240"/>
                <a:ext cx="12944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rPr>
                  <a:t>Subject 16</a:t>
                </a:r>
              </a:p>
            </p:txBody>
          </p:sp>
          <p:pic>
            <p:nvPicPr>
              <p:cNvPr id="36" name="图形 35">
                <a:extLst>
                  <a:ext uri="{FF2B5EF4-FFF2-40B4-BE49-F238E27FC236}">
                    <a16:creationId xmlns:a16="http://schemas.microsoft.com/office/drawing/2014/main" id="{4735BF2A-68A3-4B48-8F6A-B66224C736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9175746" y="1714499"/>
                <a:ext cx="2984508" cy="1657020"/>
              </a:xfrm>
              <a:prstGeom prst="rect">
                <a:avLst/>
              </a:prstGeom>
            </p:spPr>
          </p:pic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6BBC8E9-08AC-D942-96B6-6342C45950CF}"/>
                  </a:ext>
                </a:extLst>
              </p:cNvPr>
              <p:cNvSpPr txBox="1"/>
              <p:nvPr/>
            </p:nvSpPr>
            <p:spPr>
              <a:xfrm>
                <a:off x="10865840" y="1743240"/>
                <a:ext cx="12944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rPr>
                  <a:t>Subject 17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50471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>
            <a:extLst>
              <a:ext uri="{FF2B5EF4-FFF2-40B4-BE49-F238E27FC236}">
                <a16:creationId xmlns:a16="http://schemas.microsoft.com/office/drawing/2014/main" id="{F6C83452-EA26-32F3-57E5-51CBAE483BDC}"/>
              </a:ext>
            </a:extLst>
          </p:cNvPr>
          <p:cNvGrpSpPr/>
          <p:nvPr/>
        </p:nvGrpSpPr>
        <p:grpSpPr>
          <a:xfrm>
            <a:off x="1297212" y="376098"/>
            <a:ext cx="10277542" cy="6105804"/>
            <a:chOff x="1297212" y="376098"/>
            <a:chExt cx="10277542" cy="6105804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4BB0CBCA-66D7-2CEC-1287-59CDDF12E12D}"/>
                </a:ext>
              </a:extLst>
            </p:cNvPr>
            <p:cNvGrpSpPr/>
            <p:nvPr/>
          </p:nvGrpSpPr>
          <p:grpSpPr>
            <a:xfrm>
              <a:off x="1297213" y="376100"/>
              <a:ext cx="10277541" cy="6105802"/>
              <a:chOff x="1297213" y="376100"/>
              <a:chExt cx="10277541" cy="6105802"/>
            </a:xfrm>
          </p:grpSpPr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3ABD4613-2FAD-94D5-014D-249A601496F7}"/>
                  </a:ext>
                </a:extLst>
              </p:cNvPr>
              <p:cNvSpPr/>
              <p:nvPr/>
            </p:nvSpPr>
            <p:spPr>
              <a:xfrm>
                <a:off x="1297213" y="376100"/>
                <a:ext cx="10277541" cy="610580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A3708CBB-1CE3-6201-27CB-022584E43647}"/>
                  </a:ext>
                </a:extLst>
              </p:cNvPr>
              <p:cNvGrpSpPr/>
              <p:nvPr/>
            </p:nvGrpSpPr>
            <p:grpSpPr>
              <a:xfrm>
                <a:off x="1297214" y="459226"/>
                <a:ext cx="10277540" cy="6022675"/>
                <a:chOff x="1297214" y="459226"/>
                <a:chExt cx="10277540" cy="6022675"/>
              </a:xfrm>
            </p:grpSpPr>
            <p:pic>
              <p:nvPicPr>
                <p:cNvPr id="11" name="图片 10">
                  <a:extLst>
                    <a:ext uri="{FF2B5EF4-FFF2-40B4-BE49-F238E27FC236}">
                      <a16:creationId xmlns:a16="http://schemas.microsoft.com/office/drawing/2014/main" id="{70DDEA24-F129-C342-01BC-35F38B4F48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297214" y="459226"/>
                  <a:ext cx="4367315" cy="2969774"/>
                </a:xfrm>
                <a:prstGeom prst="rect">
                  <a:avLst/>
                </a:prstGeom>
              </p:spPr>
            </p:pic>
            <p:pic>
              <p:nvPicPr>
                <p:cNvPr id="15" name="图形 14">
                  <a:extLst>
                    <a:ext uri="{FF2B5EF4-FFF2-40B4-BE49-F238E27FC236}">
                      <a16:creationId xmlns:a16="http://schemas.microsoft.com/office/drawing/2014/main" id="{A11CBFD4-1EDE-AAA8-E324-4B1C65D73FF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r="8503"/>
                <a:stretch/>
              </p:blipFill>
              <p:spPr>
                <a:xfrm>
                  <a:off x="1479302" y="3512127"/>
                  <a:ext cx="4616698" cy="2969774"/>
                </a:xfrm>
                <a:prstGeom prst="rect">
                  <a:avLst/>
                </a:prstGeom>
              </p:spPr>
            </p:pic>
            <p:pic>
              <p:nvPicPr>
                <p:cNvPr id="17" name="图片 16">
                  <a:extLst>
                    <a:ext uri="{FF2B5EF4-FFF2-40B4-BE49-F238E27FC236}">
                      <a16:creationId xmlns:a16="http://schemas.microsoft.com/office/drawing/2014/main" id="{7C0CABB8-00D7-B252-0781-3F93850AF5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27473" y="459227"/>
                  <a:ext cx="4367313" cy="2969773"/>
                </a:xfrm>
                <a:prstGeom prst="rect">
                  <a:avLst/>
                </a:prstGeom>
              </p:spPr>
            </p:pic>
            <p:pic>
              <p:nvPicPr>
                <p:cNvPr id="19" name="图形 18">
                  <a:extLst>
                    <a:ext uri="{FF2B5EF4-FFF2-40B4-BE49-F238E27FC236}">
                      <a16:creationId xmlns:a16="http://schemas.microsoft.com/office/drawing/2014/main" id="{96732877-B0D6-9F34-7DB1-FC2B611227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rcRect r="5211"/>
                <a:stretch/>
              </p:blipFill>
              <p:spPr>
                <a:xfrm>
                  <a:off x="6658102" y="3429000"/>
                  <a:ext cx="4916652" cy="3052901"/>
                </a:xfrm>
                <a:prstGeom prst="rect">
                  <a:avLst/>
                </a:prstGeom>
              </p:spPr>
            </p:pic>
          </p:grpSp>
        </p:grp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B1B43AC4-3AC3-FFA0-DC32-D8ACFDE1AC4D}"/>
                </a:ext>
              </a:extLst>
            </p:cNvPr>
            <p:cNvSpPr txBox="1"/>
            <p:nvPr/>
          </p:nvSpPr>
          <p:spPr>
            <a:xfrm>
              <a:off x="1307110" y="376098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E781DFED-0DFC-2A35-FBF6-76759D4E5233}"/>
                </a:ext>
              </a:extLst>
            </p:cNvPr>
            <p:cNvSpPr txBox="1"/>
            <p:nvPr/>
          </p:nvSpPr>
          <p:spPr>
            <a:xfrm>
              <a:off x="6658102" y="376098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AF3A7CEC-C189-C2E6-AE62-89DB7F0645A1}"/>
                </a:ext>
              </a:extLst>
            </p:cNvPr>
            <p:cNvSpPr txBox="1"/>
            <p:nvPr/>
          </p:nvSpPr>
          <p:spPr>
            <a:xfrm>
              <a:off x="1297212" y="3512126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B9B4553A-F086-EEA1-4FF0-B9B036DBC52C}"/>
                </a:ext>
              </a:extLst>
            </p:cNvPr>
            <p:cNvSpPr txBox="1"/>
            <p:nvPr/>
          </p:nvSpPr>
          <p:spPr>
            <a:xfrm>
              <a:off x="6658101" y="3512126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4805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C31BB9D2-7D88-75AD-4691-5F36382FDEF9}"/>
              </a:ext>
            </a:extLst>
          </p:cNvPr>
          <p:cNvGrpSpPr/>
          <p:nvPr/>
        </p:nvGrpSpPr>
        <p:grpSpPr>
          <a:xfrm>
            <a:off x="0" y="1567452"/>
            <a:ext cx="12192000" cy="3553819"/>
            <a:chOff x="0" y="1567452"/>
            <a:chExt cx="12192000" cy="3553819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934FDFF1-12C2-5259-AE43-92960A72A231}"/>
                </a:ext>
              </a:extLst>
            </p:cNvPr>
            <p:cNvGrpSpPr/>
            <p:nvPr/>
          </p:nvGrpSpPr>
          <p:grpSpPr>
            <a:xfrm>
              <a:off x="0" y="1567452"/>
              <a:ext cx="12192000" cy="3553819"/>
              <a:chOff x="0" y="1567452"/>
              <a:chExt cx="12192000" cy="3553819"/>
            </a:xfrm>
          </p:grpSpPr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4178BEF8-B994-73B3-9C17-55041C27FE3A}"/>
                  </a:ext>
                </a:extLst>
              </p:cNvPr>
              <p:cNvGrpSpPr/>
              <p:nvPr/>
            </p:nvGrpSpPr>
            <p:grpSpPr>
              <a:xfrm>
                <a:off x="0" y="1567452"/>
                <a:ext cx="12192000" cy="3553819"/>
                <a:chOff x="0" y="1567452"/>
                <a:chExt cx="12192000" cy="3553819"/>
              </a:xfrm>
            </p:grpSpPr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34315674-70CB-1CC8-B4AE-97B11479B300}"/>
                    </a:ext>
                  </a:extLst>
                </p:cNvPr>
                <p:cNvSpPr/>
                <p:nvPr/>
              </p:nvSpPr>
              <p:spPr>
                <a:xfrm>
                  <a:off x="0" y="1567452"/>
                  <a:ext cx="12192000" cy="355381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pic>
              <p:nvPicPr>
                <p:cNvPr id="7" name="图形 6">
                  <a:extLst>
                    <a:ext uri="{FF2B5EF4-FFF2-40B4-BE49-F238E27FC236}">
                      <a16:creationId xmlns:a16="http://schemas.microsoft.com/office/drawing/2014/main" id="{4A38CEB4-06BD-27CD-3AEC-EC8C1123A0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96000" y="1736729"/>
                  <a:ext cx="6096000" cy="3384542"/>
                </a:xfrm>
                <a:prstGeom prst="rect">
                  <a:avLst/>
                </a:prstGeom>
              </p:spPr>
            </p:pic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E8A7FBDF-B340-680F-EACD-316BD04B3869}"/>
                    </a:ext>
                  </a:extLst>
                </p:cNvPr>
                <p:cNvSpPr txBox="1"/>
                <p:nvPr/>
              </p:nvSpPr>
              <p:spPr>
                <a:xfrm>
                  <a:off x="0" y="1567452"/>
                  <a:ext cx="34438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endParaRPr kumimoji="1" lang="zh-CN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304859AF-B7D1-2192-2DD6-A4575A4D8B84}"/>
                    </a:ext>
                  </a:extLst>
                </p:cNvPr>
                <p:cNvSpPr txBox="1"/>
                <p:nvPr/>
              </p:nvSpPr>
              <p:spPr>
                <a:xfrm>
                  <a:off x="6096000" y="1567452"/>
                  <a:ext cx="34438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</a:t>
                  </a:r>
                  <a:endParaRPr kumimoji="1" lang="zh-CN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pic>
            <p:nvPicPr>
              <p:cNvPr id="13" name="图形 12">
                <a:extLst>
                  <a:ext uri="{FF2B5EF4-FFF2-40B4-BE49-F238E27FC236}">
                    <a16:creationId xmlns:a16="http://schemas.microsoft.com/office/drawing/2014/main" id="{32744F44-1CA5-DCCF-87AB-DD26473F16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1736729"/>
                <a:ext cx="6096000" cy="3384542"/>
              </a:xfrm>
              <a:prstGeom prst="rect">
                <a:avLst/>
              </a:prstGeom>
            </p:spPr>
          </p:pic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2C5BDC7-2974-BADA-E890-859EAE1B74EE}"/>
                </a:ext>
              </a:extLst>
            </p:cNvPr>
            <p:cNvSpPr txBox="1"/>
            <p:nvPr/>
          </p:nvSpPr>
          <p:spPr>
            <a:xfrm>
              <a:off x="625433" y="1906006"/>
              <a:ext cx="8589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>
                  <a:ln>
                    <a:solidFill>
                      <a:schemeClr val="tx1"/>
                    </a:solidFill>
                  </a:ln>
                  <a:latin typeface="Arial" panose="020B0604020202020204" pitchFamily="34" charset="0"/>
                  <a:cs typeface="Arial" panose="020B0604020202020204" pitchFamily="34" charset="0"/>
                </a:rPr>
                <a:t>COAD</a:t>
              </a:r>
              <a:endParaRPr kumimoji="1" lang="zh-CN" altLang="en-US" dirty="0">
                <a:ln>
                  <a:solidFill>
                    <a:schemeClr val="tx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80966ADE-ACD1-5E16-1CD7-A76966B293E7}"/>
                </a:ext>
              </a:extLst>
            </p:cNvPr>
            <p:cNvSpPr txBox="1"/>
            <p:nvPr/>
          </p:nvSpPr>
          <p:spPr>
            <a:xfrm>
              <a:off x="6721433" y="1906006"/>
              <a:ext cx="8589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>
                  <a:ln>
                    <a:solidFill>
                      <a:schemeClr val="tx1"/>
                    </a:solidFill>
                  </a:ln>
                  <a:latin typeface="Arial" panose="020B0604020202020204" pitchFamily="34" charset="0"/>
                  <a:cs typeface="Arial" panose="020B0604020202020204" pitchFamily="34" charset="0"/>
                </a:rPr>
                <a:t>READ</a:t>
              </a:r>
              <a:endParaRPr kumimoji="1" lang="zh-CN" altLang="en-US" dirty="0">
                <a:ln>
                  <a:solidFill>
                    <a:schemeClr val="tx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3647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8A272C10-8D72-1BFD-68D4-1AE69AC3B26E}"/>
              </a:ext>
            </a:extLst>
          </p:cNvPr>
          <p:cNvGrpSpPr/>
          <p:nvPr/>
        </p:nvGrpSpPr>
        <p:grpSpPr>
          <a:xfrm>
            <a:off x="436800" y="1033136"/>
            <a:ext cx="11318400" cy="4618015"/>
            <a:chOff x="436800" y="1033136"/>
            <a:chExt cx="11318400" cy="4618015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FA281D7-61D1-4022-FD5F-FED8C69BAD65}"/>
                </a:ext>
              </a:extLst>
            </p:cNvPr>
            <p:cNvSpPr/>
            <p:nvPr/>
          </p:nvSpPr>
          <p:spPr>
            <a:xfrm>
              <a:off x="436800" y="1033136"/>
              <a:ext cx="11316143" cy="46161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50BD8DA5-46BC-E770-0047-464B0F9FB1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9057" y="1208751"/>
              <a:ext cx="5656943" cy="4440497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DC43959B-6691-12BD-4DA5-F3E2F415BEAA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0" y="1208751"/>
              <a:ext cx="5659200" cy="4442400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1574463-6F0C-9428-E527-2F53D359168C}"/>
                </a:ext>
              </a:extLst>
            </p:cNvPr>
            <p:cNvSpPr txBox="1"/>
            <p:nvPr/>
          </p:nvSpPr>
          <p:spPr>
            <a:xfrm>
              <a:off x="436800" y="1037571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59771C2A-DDCB-0E08-90FB-9FF11129030F}"/>
                </a:ext>
              </a:extLst>
            </p:cNvPr>
            <p:cNvSpPr txBox="1"/>
            <p:nvPr/>
          </p:nvSpPr>
          <p:spPr>
            <a:xfrm>
              <a:off x="6265934" y="1033136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B2C4383E-A3FF-611B-2D5D-657FDF964B42}"/>
                </a:ext>
              </a:extLst>
            </p:cNvPr>
            <p:cNvSpPr txBox="1"/>
            <p:nvPr/>
          </p:nvSpPr>
          <p:spPr>
            <a:xfrm>
              <a:off x="1159822" y="3568551"/>
              <a:ext cx="8589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>
                  <a:ln>
                    <a:solidFill>
                      <a:schemeClr val="tx1"/>
                    </a:solidFill>
                  </a:ln>
                  <a:latin typeface="Arial" panose="020B0604020202020204" pitchFamily="34" charset="0"/>
                  <a:cs typeface="Arial" panose="020B0604020202020204" pitchFamily="34" charset="0"/>
                </a:rPr>
                <a:t>COAD</a:t>
              </a:r>
              <a:endParaRPr kumimoji="1" lang="zh-CN" altLang="en-US" dirty="0">
                <a:ln>
                  <a:solidFill>
                    <a:schemeClr val="tx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3D55BEB-84AD-496E-3208-E7AB78D8C068}"/>
                </a:ext>
              </a:extLst>
            </p:cNvPr>
            <p:cNvSpPr txBox="1"/>
            <p:nvPr/>
          </p:nvSpPr>
          <p:spPr>
            <a:xfrm>
              <a:off x="6816765" y="3568551"/>
              <a:ext cx="8589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>
                  <a:ln>
                    <a:solidFill>
                      <a:schemeClr val="tx1"/>
                    </a:solidFill>
                  </a:ln>
                  <a:latin typeface="Arial" panose="020B0604020202020204" pitchFamily="34" charset="0"/>
                  <a:cs typeface="Arial" panose="020B0604020202020204" pitchFamily="34" charset="0"/>
                </a:rPr>
                <a:t>READ</a:t>
              </a:r>
              <a:endParaRPr kumimoji="1" lang="zh-CN" altLang="en-US" dirty="0">
                <a:ln>
                  <a:solidFill>
                    <a:schemeClr val="tx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4682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83AA2F61-A7C1-2271-1767-F9D3BCB0640E}"/>
              </a:ext>
            </a:extLst>
          </p:cNvPr>
          <p:cNvGrpSpPr/>
          <p:nvPr/>
        </p:nvGrpSpPr>
        <p:grpSpPr>
          <a:xfrm>
            <a:off x="1297212" y="376098"/>
            <a:ext cx="10413123" cy="6105804"/>
            <a:chOff x="1297212" y="376098"/>
            <a:chExt cx="10413123" cy="6105804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752E764-D652-6C1E-B007-C4A1ABEFFCE0}"/>
                </a:ext>
              </a:extLst>
            </p:cNvPr>
            <p:cNvSpPr/>
            <p:nvPr/>
          </p:nvSpPr>
          <p:spPr>
            <a:xfrm>
              <a:off x="1297212" y="376098"/>
              <a:ext cx="10413123" cy="61058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7EB1B890-9D7F-94D5-4A81-AD60492E52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28353" y="459000"/>
              <a:ext cx="4367647" cy="2970000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E37F4161-13A7-8F33-6AD3-97ECC8D7F6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9868"/>
            <a:stretch/>
          </p:blipFill>
          <p:spPr>
            <a:xfrm>
              <a:off x="1542306" y="3425400"/>
              <a:ext cx="4553694" cy="2973600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0D5D80B0-23B5-A4B1-DDEE-CCAF589B0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82047" y="459000"/>
              <a:ext cx="4367647" cy="2970000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091F8834-7B46-2392-66A9-26B65FF026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58101" y="3508302"/>
              <a:ext cx="5052234" cy="2973600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53A9023-8036-1907-978C-2413951D088A}"/>
                </a:ext>
              </a:extLst>
            </p:cNvPr>
            <p:cNvSpPr txBox="1"/>
            <p:nvPr/>
          </p:nvSpPr>
          <p:spPr>
            <a:xfrm>
              <a:off x="1307110" y="376098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09C778A0-78C6-75A1-8A4F-0A42C121329F}"/>
                </a:ext>
              </a:extLst>
            </p:cNvPr>
            <p:cNvSpPr txBox="1"/>
            <p:nvPr/>
          </p:nvSpPr>
          <p:spPr>
            <a:xfrm>
              <a:off x="6658102" y="376098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80B3E584-2C76-89F3-859B-D173F6EAC72C}"/>
                </a:ext>
              </a:extLst>
            </p:cNvPr>
            <p:cNvSpPr txBox="1"/>
            <p:nvPr/>
          </p:nvSpPr>
          <p:spPr>
            <a:xfrm>
              <a:off x="1297212" y="3512126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E082FD41-DF26-AA6F-FAD5-E712DEB2C294}"/>
                </a:ext>
              </a:extLst>
            </p:cNvPr>
            <p:cNvSpPr txBox="1"/>
            <p:nvPr/>
          </p:nvSpPr>
          <p:spPr>
            <a:xfrm>
              <a:off x="6658101" y="3512126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357629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>
            <a:extLst>
              <a:ext uri="{FF2B5EF4-FFF2-40B4-BE49-F238E27FC236}">
                <a16:creationId xmlns:a16="http://schemas.microsoft.com/office/drawing/2014/main" id="{8BFCD896-8988-F53B-DE39-43C58281FF3F}"/>
              </a:ext>
            </a:extLst>
          </p:cNvPr>
          <p:cNvGrpSpPr/>
          <p:nvPr/>
        </p:nvGrpSpPr>
        <p:grpSpPr>
          <a:xfrm>
            <a:off x="1166251" y="376098"/>
            <a:ext cx="10716275" cy="6030103"/>
            <a:chOff x="1166251" y="376098"/>
            <a:chExt cx="10716275" cy="603010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71C328AE-4C32-0C5E-6E0C-983AE8CE972A}"/>
                </a:ext>
              </a:extLst>
            </p:cNvPr>
            <p:cNvSpPr/>
            <p:nvPr/>
          </p:nvSpPr>
          <p:spPr>
            <a:xfrm>
              <a:off x="1166251" y="376098"/>
              <a:ext cx="10716275" cy="60265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25EE40FB-848D-F9CB-5C5F-13AF763B2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28353" y="459000"/>
              <a:ext cx="4367647" cy="2970000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F0F24600-1DA5-C95C-60B7-51BC6B9680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11126"/>
            <a:stretch/>
          </p:blipFill>
          <p:spPr>
            <a:xfrm>
              <a:off x="1605865" y="3429000"/>
              <a:ext cx="4490135" cy="2973600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56036E6F-5A5A-70CE-3F1C-83F62EEED9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8102" y="455400"/>
              <a:ext cx="4367647" cy="2970000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C671CFAF-D5AF-9E05-5894-886FD22A55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30292" y="3432601"/>
              <a:ext cx="5052234" cy="2973600"/>
            </a:xfrm>
            <a:prstGeom prst="rect">
              <a:avLst/>
            </a:prstGeom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57BA7E45-7A97-898E-42AF-A0ADE40EB208}"/>
                </a:ext>
              </a:extLst>
            </p:cNvPr>
            <p:cNvSpPr txBox="1"/>
            <p:nvPr/>
          </p:nvSpPr>
          <p:spPr>
            <a:xfrm>
              <a:off x="1307110" y="376098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2ED4AF67-5A5B-2DE9-33E0-7F17CDE5283C}"/>
                </a:ext>
              </a:extLst>
            </p:cNvPr>
            <p:cNvSpPr txBox="1"/>
            <p:nvPr/>
          </p:nvSpPr>
          <p:spPr>
            <a:xfrm>
              <a:off x="6658102" y="376098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35AE8B9-031A-E6A7-49FA-8C1C2BA44B3B}"/>
                </a:ext>
              </a:extLst>
            </p:cNvPr>
            <p:cNvSpPr txBox="1"/>
            <p:nvPr/>
          </p:nvSpPr>
          <p:spPr>
            <a:xfrm>
              <a:off x="1297212" y="3512126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C0367E32-847B-7F2F-38B9-06D3429B0297}"/>
                </a:ext>
              </a:extLst>
            </p:cNvPr>
            <p:cNvSpPr txBox="1"/>
            <p:nvPr/>
          </p:nvSpPr>
          <p:spPr>
            <a:xfrm>
              <a:off x="6658101" y="3512126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38077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1110</TotalTime>
  <Words>164</Words>
  <Application>Microsoft Macintosh PowerPoint</Application>
  <PresentationFormat>宽屏</PresentationFormat>
  <Paragraphs>77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等线</vt:lpstr>
      <vt:lpstr>等线 Light</vt:lpstr>
      <vt:lpstr>SimSun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Yanas Anthony</dc:creator>
  <cp:lastModifiedBy>Yanas Anthony</cp:lastModifiedBy>
  <cp:revision>5</cp:revision>
  <dcterms:created xsi:type="dcterms:W3CDTF">2025-05-04T07:12:03Z</dcterms:created>
  <dcterms:modified xsi:type="dcterms:W3CDTF">2025-05-05T03:47:25Z</dcterms:modified>
</cp:coreProperties>
</file>