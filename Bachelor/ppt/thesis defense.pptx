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94694"/>
  </p:normalViewPr>
  <p:slideViewPr>
    <p:cSldViewPr snapToGrid="0">
      <p:cViewPr varScale="1">
        <p:scale>
          <a:sx n="109" d="100"/>
          <a:sy n="109" d="100"/>
        </p:scale>
        <p:origin x="7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729576-70E2-7DB1-6947-6126E8CCB3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F0E8AA4-C12A-B827-3119-38E2B75CDB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B1BED1-45F9-4C8A-F775-886C7B7A3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DE508-D703-7C4C-8A5A-C6F3C4B82E98}" type="datetimeFigureOut">
              <a:rPr kumimoji="1" lang="zh-CN" altLang="en-US" smtClean="0"/>
              <a:t>2024/6/8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787FA8-CC59-A1F4-1372-A8F68696D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5C2F7E-7C1D-393E-52F6-FC36EAB9E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A26A4-B0DA-7C4A-9C36-E971A63B015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19620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A2246E-EA8C-FE85-7AFC-5665C2754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A4FC7-411D-1DE2-D534-D877400E18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61CFA2-D3AD-6886-BFD1-B088EE691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DE508-D703-7C4C-8A5A-C6F3C4B82E98}" type="datetimeFigureOut">
              <a:rPr kumimoji="1" lang="zh-CN" altLang="en-US" smtClean="0"/>
              <a:t>2024/6/8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A1FDC1-39F6-7F81-6C20-E4D9BCB24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08C1D6-ADA8-8758-5574-9D85AA215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A26A4-B0DA-7C4A-9C36-E971A63B015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1407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F95039-7D88-3C45-A527-FAE4AF514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507023-2C48-9EE2-D0B0-D5F634432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C2AAA2-F2A1-4D8C-2336-A6C7BE7B4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DE508-D703-7C4C-8A5A-C6F3C4B82E98}" type="datetimeFigureOut">
              <a:rPr kumimoji="1" lang="zh-CN" altLang="en-US" smtClean="0"/>
              <a:t>2024/6/8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D0963C-48DE-B2C9-84B0-50C1AA273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3B113F-B533-871C-A6BF-5C8934957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A26A4-B0DA-7C4A-9C36-E971A63B015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50606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04AC6B-5373-6425-D987-1539EA420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2D7999-C750-3B4F-CE26-6E5C3C0818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1EB7C2C-9A4A-B19E-ED2D-1BDAA152CE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C93BD55-C664-9E60-0208-41CC24623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DE508-D703-7C4C-8A5A-C6F3C4B82E98}" type="datetimeFigureOut">
              <a:rPr kumimoji="1" lang="zh-CN" altLang="en-US" smtClean="0"/>
              <a:t>2024/6/8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C588B9C-BE23-ACC7-64E1-11C7556BF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543573C-756C-8172-102A-32119F2BB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A26A4-B0DA-7C4A-9C36-E971A63B015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19086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AA967F-5009-827E-B291-E6DFC60B3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167552B-FFED-EE60-916D-28E803B72F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DB54203-BE56-8942-117E-7692C14F23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1EAD634-D1AD-9756-96C7-A0DF6A2A13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456FF9C-6D33-66BC-6E0F-741E489764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A206CAB-F8E3-138C-D555-1017E13C1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DE508-D703-7C4C-8A5A-C6F3C4B82E98}" type="datetimeFigureOut">
              <a:rPr kumimoji="1" lang="zh-CN" altLang="en-US" smtClean="0"/>
              <a:t>2024/6/8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2096D91-540D-4B20-4F4D-FBCAD4CA4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9347830-6735-09AB-D9B0-A329C7395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A26A4-B0DA-7C4A-9C36-E971A63B015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25665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20233F-C15F-9F34-28D0-31F4FB351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CECC4C5-8F50-0D72-E418-705C1BC96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DE508-D703-7C4C-8A5A-C6F3C4B82E98}" type="datetimeFigureOut">
              <a:rPr kumimoji="1" lang="zh-CN" altLang="en-US" smtClean="0"/>
              <a:t>2024/6/8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ADC4B97-F342-99B2-33D3-D99B25C10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1574E6-04B8-149F-4D34-704DDEA77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A26A4-B0DA-7C4A-9C36-E971A63B015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84851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DACF4DA-DA1E-2626-7181-A33FDBA9D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DE508-D703-7C4C-8A5A-C6F3C4B82E98}" type="datetimeFigureOut">
              <a:rPr kumimoji="1" lang="zh-CN" altLang="en-US" smtClean="0"/>
              <a:t>2024/6/8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92E8CCE-1D67-C285-53AA-39F37DC85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6F50CE2-8303-AA14-50F6-CD7B14642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A26A4-B0DA-7C4A-9C36-E971A63B015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99714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FDAC12-8DDD-BEB1-029D-0EB358D02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0E5C7E-DA8E-F899-07F0-719FD6633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C24694B-4762-F823-7AB8-7D33E55D8C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C7C0ED2-CC8F-C634-DAB3-B3670FD94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DE508-D703-7C4C-8A5A-C6F3C4B82E98}" type="datetimeFigureOut">
              <a:rPr kumimoji="1" lang="zh-CN" altLang="en-US" smtClean="0"/>
              <a:t>2024/6/8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4CE0A11-D715-639F-1217-6437E5028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1756390-024C-C373-A646-473DC10BB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A26A4-B0DA-7C4A-9C36-E971A63B015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30407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F6C55F-13CB-DE0C-17BA-E01214A5D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D4D066D-7752-E397-7DAB-F7D9484AA1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772D53C-B4D9-AE6C-1722-C559A830CC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8EF934F-6AD0-6B2E-BE2E-34B5E5895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DE508-D703-7C4C-8A5A-C6F3C4B82E98}" type="datetimeFigureOut">
              <a:rPr kumimoji="1" lang="zh-CN" altLang="en-US" smtClean="0"/>
              <a:t>2024/6/8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07AA3D7-30CF-E108-123C-39CD478BD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AE7CA3C-5022-F746-1456-C9FE8E4BD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A26A4-B0DA-7C4A-9C36-E971A63B015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2069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BD34A2-9AF9-F9E6-7B41-8C913C381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04D9B44-FBF6-0F84-7F49-38A90E0DDC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B8898B-5303-B5D3-3563-2E10D3F25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DE508-D703-7C4C-8A5A-C6F3C4B82E98}" type="datetimeFigureOut">
              <a:rPr kumimoji="1" lang="zh-CN" altLang="en-US" smtClean="0"/>
              <a:t>2024/6/8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042117-C102-D582-A1AB-F9A5CBDC4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5E9F69-3679-C550-E4EE-5B72E70F0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A26A4-B0DA-7C4A-9C36-E971A63B015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91389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9C33207-4FD9-9A9C-CC75-EEB4E8BB5E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97CB939-37A8-4D66-7919-702E187CD2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744EA6-849F-F6ED-77BE-C8199C360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DE508-D703-7C4C-8A5A-C6F3C4B82E98}" type="datetimeFigureOut">
              <a:rPr kumimoji="1" lang="zh-CN" altLang="en-US" smtClean="0"/>
              <a:t>2024/6/8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61B02-A9F1-4E42-A519-21514128B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72BB0F-E37A-100B-1DF8-8683575F5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A26A4-B0DA-7C4A-9C36-E971A63B015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25991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7D04B41-F405-69AD-BBF1-40284A05E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BAB50D-89DF-5C26-4F99-9A24B5BE7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21C4BC-D33D-0548-4818-D23F1B929F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FDE508-D703-7C4C-8A5A-C6F3C4B82E98}" type="datetimeFigureOut">
              <a:rPr kumimoji="1" lang="zh-CN" altLang="en-US" smtClean="0"/>
              <a:t>2024/6/8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AA1D89-0102-446C-8895-896CED1B55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BC0AEF-DE02-0697-BF87-B5B9E875FB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5A26A4-B0DA-7C4A-9C36-E971A63B015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21669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夜晚发光的建筑&#10;&#10;中度可信度描述已自动生成">
            <a:extLst>
              <a:ext uri="{FF2B5EF4-FFF2-40B4-BE49-F238E27FC236}">
                <a16:creationId xmlns:a16="http://schemas.microsoft.com/office/drawing/2014/main" id="{3055C159-E8FE-C089-A4B0-69CC2C7ABF5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4737627"/>
            <a:ext cx="12200654" cy="2120373"/>
          </a:xfrm>
          <a:prstGeom prst="rect">
            <a:avLst/>
          </a:prstGeom>
        </p:spPr>
      </p:pic>
      <p:pic>
        <p:nvPicPr>
          <p:cNvPr id="9" name="图片 8" descr="手机屏幕的截图&#10;&#10;中度可信度描述已自动生成">
            <a:extLst>
              <a:ext uri="{FF2B5EF4-FFF2-40B4-BE49-F238E27FC236}">
                <a16:creationId xmlns:a16="http://schemas.microsoft.com/office/drawing/2014/main" id="{143B2676-F5BF-ECAC-9249-BF09580C41E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657600" cy="90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520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徽标&#10;&#10;描述已自动生成">
            <a:extLst>
              <a:ext uri="{FF2B5EF4-FFF2-40B4-BE49-F238E27FC236}">
                <a16:creationId xmlns:a16="http://schemas.microsoft.com/office/drawing/2014/main" id="{B559CA15-B8AC-3DE6-EC20-29A3AC88962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0369" y="0"/>
            <a:ext cx="1031631" cy="1017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518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夜晚发光的建筑&#10;&#10;中度可信度描述已自动生成">
            <a:extLst>
              <a:ext uri="{FF2B5EF4-FFF2-40B4-BE49-F238E27FC236}">
                <a16:creationId xmlns:a16="http://schemas.microsoft.com/office/drawing/2014/main" id="{3055C159-E8FE-C089-A4B0-69CC2C7ABF5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4737627"/>
            <a:ext cx="12200654" cy="2120373"/>
          </a:xfrm>
          <a:prstGeom prst="rect">
            <a:avLst/>
          </a:prstGeom>
        </p:spPr>
      </p:pic>
      <p:pic>
        <p:nvPicPr>
          <p:cNvPr id="9" name="图片 8" descr="手机屏幕的截图&#10;&#10;中度可信度描述已自动生成">
            <a:extLst>
              <a:ext uri="{FF2B5EF4-FFF2-40B4-BE49-F238E27FC236}">
                <a16:creationId xmlns:a16="http://schemas.microsoft.com/office/drawing/2014/main" id="{143B2676-F5BF-ECAC-9249-BF09580C41E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657600" cy="90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493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Macintosh PowerPoint</Application>
  <PresentationFormat>宽屏</PresentationFormat>
  <Paragraphs>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Anthony Dear</dc:creator>
  <cp:lastModifiedBy>Anthony Dear</cp:lastModifiedBy>
  <cp:revision>1</cp:revision>
  <dcterms:created xsi:type="dcterms:W3CDTF">2024-06-08T10:19:16Z</dcterms:created>
  <dcterms:modified xsi:type="dcterms:W3CDTF">2024-06-08T10:24:22Z</dcterms:modified>
</cp:coreProperties>
</file>